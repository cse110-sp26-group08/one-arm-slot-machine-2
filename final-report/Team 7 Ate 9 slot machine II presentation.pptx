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5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Raleway"/>
      <p:regular r:id="rId13"/>
      <p:bold r:id="rId14"/>
      <p:italic r:id="rId15"/>
      <p:boldItalic r:id="rId16"/>
    </p:embeddedFont>
    <p:embeddedFont>
      <p:font typeface="Arimo"/>
      <p:regular r:id="rId17"/>
      <p:bold r:id="rId18"/>
      <p:italic r:id="rId19"/>
      <p:boldItalic r:id="rId20"/>
    </p:embeddedFont>
    <p:embeddedFont>
      <p:font typeface="Press Start 2P"/>
      <p:regular r:id="rId21"/>
    </p:embeddedFont>
    <p:embeddedFont>
      <p:font typeface="Playfair Display SemiBold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rimo-boldItalic.fntdata"/><Relationship Id="rId22" Type="http://schemas.openxmlformats.org/officeDocument/2006/relationships/font" Target="fonts/PlayfairDisplaySemiBold-regular.fntdata"/><Relationship Id="rId21" Type="http://schemas.openxmlformats.org/officeDocument/2006/relationships/font" Target="fonts/PressStart2P-regular.fntdata"/><Relationship Id="rId24" Type="http://schemas.openxmlformats.org/officeDocument/2006/relationships/font" Target="fonts/PlayfairDisplaySemiBold-italic.fntdata"/><Relationship Id="rId23" Type="http://schemas.openxmlformats.org/officeDocument/2006/relationships/font" Target="fonts/PlayfairDisplaySemiBold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PlayfairDisplaySemiBol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aleway-regular.fntdata"/><Relationship Id="rId12" Type="http://schemas.openxmlformats.org/officeDocument/2006/relationships/slide" Target="slides/slide7.xml"/><Relationship Id="rId15" Type="http://schemas.openxmlformats.org/officeDocument/2006/relationships/font" Target="fonts/Raleway-italic.fntdata"/><Relationship Id="rId14" Type="http://schemas.openxmlformats.org/officeDocument/2006/relationships/font" Target="fonts/Raleway-bold.fntdata"/><Relationship Id="rId17" Type="http://schemas.openxmlformats.org/officeDocument/2006/relationships/font" Target="fonts/Arimo-regular.fntdata"/><Relationship Id="rId16" Type="http://schemas.openxmlformats.org/officeDocument/2006/relationships/font" Target="fonts/Raleway-boldItalic.fntdata"/><Relationship Id="rId19" Type="http://schemas.openxmlformats.org/officeDocument/2006/relationships/font" Target="fonts/Arimo-italic.fntdata"/><Relationship Id="rId18" Type="http://schemas.openxmlformats.org/officeDocument/2006/relationships/font" Target="fonts/Arim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8" name="Google Shape;67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g1e7cd982bd3_2_224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8" name="Google Shape;728;g1e7cd982bd3_2_224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3d61eeefb7f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1" name="Google Shape;771;g3d61eeefb7f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g3d61eeefb7f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5" name="Google Shape;815;g3d61eeefb7f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g3d61eeefb7f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9" name="Google Shape;859;g3d61eeefb7f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g3d8b5ab0dce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4" name="Google Shape;904;g3d8b5ab0dce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g3d61eeefb7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7" name="Google Shape;947;g3d61eeefb7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https://bit.ly/3A1uf1Q" TargetMode="External"/><Relationship Id="rId5" Type="http://schemas.openxmlformats.org/officeDocument/2006/relationships/hyperlink" Target="http://bit.ly/2TyoMsr" TargetMode="External"/><Relationship Id="rId6" Type="http://schemas.openxmlformats.org/officeDocument/2006/relationships/hyperlink" Target="http://bit.ly/2TtBDfr" TargetMode="Externa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2"/>
          <p:cNvPicPr preferRelativeResize="0"/>
          <p:nvPr/>
        </p:nvPicPr>
        <p:blipFill>
          <a:blip r:embed="rId3">
            <a:alphaModFix amt="52999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type="ctrTitle"/>
          </p:nvPr>
        </p:nvSpPr>
        <p:spPr>
          <a:xfrm>
            <a:off x="1142550" y="1570350"/>
            <a:ext cx="6858900" cy="161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4000"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1142550" y="3092550"/>
            <a:ext cx="6858900" cy="48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grpSp>
        <p:nvGrpSpPr>
          <p:cNvPr id="13" name="Google Shape;13;p2"/>
          <p:cNvGrpSpPr/>
          <p:nvPr/>
        </p:nvGrpSpPr>
        <p:grpSpPr>
          <a:xfrm>
            <a:off x="474950" y="-375"/>
            <a:ext cx="238275" cy="940500"/>
            <a:chOff x="474950" y="-375"/>
            <a:chExt cx="238275" cy="940500"/>
          </a:xfrm>
        </p:grpSpPr>
        <p:cxnSp>
          <p:nvCxnSpPr>
            <p:cNvPr id="14" name="Google Shape;14;p2"/>
            <p:cNvCxnSpPr/>
            <p:nvPr/>
          </p:nvCxnSpPr>
          <p:spPr>
            <a:xfrm>
              <a:off x="474950" y="-375"/>
              <a:ext cx="0" cy="9405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" name="Google Shape;15;p2"/>
            <p:cNvCxnSpPr/>
            <p:nvPr/>
          </p:nvCxnSpPr>
          <p:spPr>
            <a:xfrm>
              <a:off x="713225" y="-375"/>
              <a:ext cx="0" cy="40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6" name="Google Shape;16;p2"/>
          <p:cNvCxnSpPr/>
          <p:nvPr/>
        </p:nvCxnSpPr>
        <p:spPr>
          <a:xfrm>
            <a:off x="4572000" y="-12850"/>
            <a:ext cx="0" cy="497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7" name="Google Shape;17;p2"/>
          <p:cNvGrpSpPr/>
          <p:nvPr/>
        </p:nvGrpSpPr>
        <p:grpSpPr>
          <a:xfrm>
            <a:off x="359296" y="1808220"/>
            <a:ext cx="369304" cy="554077"/>
            <a:chOff x="3119125" y="3168075"/>
            <a:chExt cx="419425" cy="629275"/>
          </a:xfrm>
        </p:grpSpPr>
        <p:sp>
          <p:nvSpPr>
            <p:cNvPr id="18" name="Google Shape;18;p2"/>
            <p:cNvSpPr/>
            <p:nvPr/>
          </p:nvSpPr>
          <p:spPr>
            <a:xfrm>
              <a:off x="3119125" y="3168075"/>
              <a:ext cx="419425" cy="629275"/>
            </a:xfrm>
            <a:custGeom>
              <a:rect b="b" l="l" r="r" t="t"/>
              <a:pathLst>
                <a:path extrusionOk="0" h="25171" w="16777">
                  <a:moveTo>
                    <a:pt x="2799" y="1"/>
                  </a:moveTo>
                  <a:lnTo>
                    <a:pt x="2799" y="2799"/>
                  </a:lnTo>
                  <a:lnTo>
                    <a:pt x="1" y="2799"/>
                  </a:lnTo>
                  <a:lnTo>
                    <a:pt x="1" y="22372"/>
                  </a:lnTo>
                  <a:lnTo>
                    <a:pt x="2799" y="22372"/>
                  </a:lnTo>
                  <a:lnTo>
                    <a:pt x="2799" y="25170"/>
                  </a:lnTo>
                  <a:lnTo>
                    <a:pt x="5597" y="25170"/>
                  </a:lnTo>
                  <a:lnTo>
                    <a:pt x="5597" y="22372"/>
                  </a:lnTo>
                  <a:lnTo>
                    <a:pt x="8395" y="22372"/>
                  </a:lnTo>
                  <a:lnTo>
                    <a:pt x="8395" y="19574"/>
                  </a:lnTo>
                  <a:lnTo>
                    <a:pt x="11181" y="19574"/>
                  </a:lnTo>
                  <a:lnTo>
                    <a:pt x="11181" y="16777"/>
                  </a:lnTo>
                  <a:lnTo>
                    <a:pt x="13979" y="16777"/>
                  </a:lnTo>
                  <a:lnTo>
                    <a:pt x="13979" y="13979"/>
                  </a:lnTo>
                  <a:lnTo>
                    <a:pt x="16777" y="13979"/>
                  </a:lnTo>
                  <a:lnTo>
                    <a:pt x="16777" y="11193"/>
                  </a:lnTo>
                  <a:lnTo>
                    <a:pt x="13979" y="11193"/>
                  </a:lnTo>
                  <a:lnTo>
                    <a:pt x="13979" y="8395"/>
                  </a:lnTo>
                  <a:lnTo>
                    <a:pt x="11181" y="8395"/>
                  </a:lnTo>
                  <a:lnTo>
                    <a:pt x="11181" y="5597"/>
                  </a:lnTo>
                  <a:lnTo>
                    <a:pt x="8395" y="5597"/>
                  </a:lnTo>
                  <a:lnTo>
                    <a:pt x="8395" y="2799"/>
                  </a:lnTo>
                  <a:lnTo>
                    <a:pt x="5597" y="2799"/>
                  </a:lnTo>
                  <a:lnTo>
                    <a:pt x="559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3468575" y="34478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8"/>
                  </a:lnTo>
                  <a:lnTo>
                    <a:pt x="2799" y="2798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3398625" y="337792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9" y="2799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3398625" y="351722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9" y="2799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3328975" y="35871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8" y="2799"/>
                  </a:lnTo>
                  <a:lnTo>
                    <a:pt x="279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3259025" y="365742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0"/>
                  </a:moveTo>
                  <a:lnTo>
                    <a:pt x="1" y="2798"/>
                  </a:lnTo>
                  <a:lnTo>
                    <a:pt x="2799" y="2798"/>
                  </a:lnTo>
                  <a:lnTo>
                    <a:pt x="27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3328975" y="33079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8" y="2799"/>
                  </a:lnTo>
                  <a:lnTo>
                    <a:pt x="279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3259025" y="323802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9" y="2799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3189075" y="31680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9" y="2799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3189075" y="37273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0"/>
                  </a:moveTo>
                  <a:lnTo>
                    <a:pt x="1" y="2798"/>
                  </a:lnTo>
                  <a:lnTo>
                    <a:pt x="2799" y="2798"/>
                  </a:lnTo>
                  <a:lnTo>
                    <a:pt x="27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3119125" y="3238025"/>
              <a:ext cx="69975" cy="489375"/>
            </a:xfrm>
            <a:custGeom>
              <a:rect b="b" l="l" r="r" t="t"/>
              <a:pathLst>
                <a:path extrusionOk="0" h="19575" w="2799">
                  <a:moveTo>
                    <a:pt x="1" y="1"/>
                  </a:moveTo>
                  <a:lnTo>
                    <a:pt x="1" y="19574"/>
                  </a:lnTo>
                  <a:lnTo>
                    <a:pt x="2799" y="19574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" name="Google Shape;29;p2"/>
          <p:cNvGrpSpPr/>
          <p:nvPr/>
        </p:nvGrpSpPr>
        <p:grpSpPr>
          <a:xfrm flipH="1">
            <a:off x="7923500" y="-375"/>
            <a:ext cx="238275" cy="785223"/>
            <a:chOff x="474950" y="-375"/>
            <a:chExt cx="238275" cy="940500"/>
          </a:xfrm>
        </p:grpSpPr>
        <p:cxnSp>
          <p:nvCxnSpPr>
            <p:cNvPr id="30" name="Google Shape;30;p2"/>
            <p:cNvCxnSpPr/>
            <p:nvPr/>
          </p:nvCxnSpPr>
          <p:spPr>
            <a:xfrm>
              <a:off x="474950" y="-375"/>
              <a:ext cx="0" cy="9405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" name="Google Shape;31;p2"/>
            <p:cNvCxnSpPr/>
            <p:nvPr/>
          </p:nvCxnSpPr>
          <p:spPr>
            <a:xfrm>
              <a:off x="713225" y="-375"/>
              <a:ext cx="0" cy="40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2" name="Google Shape;32;p2"/>
          <p:cNvGrpSpPr/>
          <p:nvPr/>
        </p:nvGrpSpPr>
        <p:grpSpPr>
          <a:xfrm flipH="1">
            <a:off x="8415446" y="1808220"/>
            <a:ext cx="369304" cy="554077"/>
            <a:chOff x="3119125" y="3168075"/>
            <a:chExt cx="419425" cy="629275"/>
          </a:xfrm>
        </p:grpSpPr>
        <p:sp>
          <p:nvSpPr>
            <p:cNvPr id="33" name="Google Shape;33;p2"/>
            <p:cNvSpPr/>
            <p:nvPr/>
          </p:nvSpPr>
          <p:spPr>
            <a:xfrm>
              <a:off x="3119125" y="3168075"/>
              <a:ext cx="419425" cy="629275"/>
            </a:xfrm>
            <a:custGeom>
              <a:rect b="b" l="l" r="r" t="t"/>
              <a:pathLst>
                <a:path extrusionOk="0" h="25171" w="16777">
                  <a:moveTo>
                    <a:pt x="2799" y="1"/>
                  </a:moveTo>
                  <a:lnTo>
                    <a:pt x="2799" y="2799"/>
                  </a:lnTo>
                  <a:lnTo>
                    <a:pt x="1" y="2799"/>
                  </a:lnTo>
                  <a:lnTo>
                    <a:pt x="1" y="22372"/>
                  </a:lnTo>
                  <a:lnTo>
                    <a:pt x="2799" y="22372"/>
                  </a:lnTo>
                  <a:lnTo>
                    <a:pt x="2799" y="25170"/>
                  </a:lnTo>
                  <a:lnTo>
                    <a:pt x="5597" y="25170"/>
                  </a:lnTo>
                  <a:lnTo>
                    <a:pt x="5597" y="22372"/>
                  </a:lnTo>
                  <a:lnTo>
                    <a:pt x="8395" y="22372"/>
                  </a:lnTo>
                  <a:lnTo>
                    <a:pt x="8395" y="19574"/>
                  </a:lnTo>
                  <a:lnTo>
                    <a:pt x="11181" y="19574"/>
                  </a:lnTo>
                  <a:lnTo>
                    <a:pt x="11181" y="16777"/>
                  </a:lnTo>
                  <a:lnTo>
                    <a:pt x="13979" y="16777"/>
                  </a:lnTo>
                  <a:lnTo>
                    <a:pt x="13979" y="13979"/>
                  </a:lnTo>
                  <a:lnTo>
                    <a:pt x="16777" y="13979"/>
                  </a:lnTo>
                  <a:lnTo>
                    <a:pt x="16777" y="11193"/>
                  </a:lnTo>
                  <a:lnTo>
                    <a:pt x="13979" y="11193"/>
                  </a:lnTo>
                  <a:lnTo>
                    <a:pt x="13979" y="8395"/>
                  </a:lnTo>
                  <a:lnTo>
                    <a:pt x="11181" y="8395"/>
                  </a:lnTo>
                  <a:lnTo>
                    <a:pt x="11181" y="5597"/>
                  </a:lnTo>
                  <a:lnTo>
                    <a:pt x="8395" y="5597"/>
                  </a:lnTo>
                  <a:lnTo>
                    <a:pt x="8395" y="2799"/>
                  </a:lnTo>
                  <a:lnTo>
                    <a:pt x="5597" y="2799"/>
                  </a:lnTo>
                  <a:lnTo>
                    <a:pt x="559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3468575" y="34478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8"/>
                  </a:lnTo>
                  <a:lnTo>
                    <a:pt x="2799" y="2798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3398625" y="337792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9" y="2799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3398625" y="351722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9" y="2799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3328975" y="35871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8" y="2799"/>
                  </a:lnTo>
                  <a:lnTo>
                    <a:pt x="279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3259025" y="365742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0"/>
                  </a:moveTo>
                  <a:lnTo>
                    <a:pt x="1" y="2798"/>
                  </a:lnTo>
                  <a:lnTo>
                    <a:pt x="2799" y="2798"/>
                  </a:lnTo>
                  <a:lnTo>
                    <a:pt x="27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3328975" y="33079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8" y="2799"/>
                  </a:lnTo>
                  <a:lnTo>
                    <a:pt x="279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3259025" y="323802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9" y="2799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3189075" y="31680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9" y="2799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3189075" y="37273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0"/>
                  </a:moveTo>
                  <a:lnTo>
                    <a:pt x="1" y="2798"/>
                  </a:lnTo>
                  <a:lnTo>
                    <a:pt x="2799" y="2798"/>
                  </a:lnTo>
                  <a:lnTo>
                    <a:pt x="27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3119125" y="3238025"/>
              <a:ext cx="69975" cy="489375"/>
            </a:xfrm>
            <a:custGeom>
              <a:rect b="b" l="l" r="r" t="t"/>
              <a:pathLst>
                <a:path extrusionOk="0" h="19575" w="2799">
                  <a:moveTo>
                    <a:pt x="1" y="1"/>
                  </a:moveTo>
                  <a:lnTo>
                    <a:pt x="1" y="19574"/>
                  </a:lnTo>
                  <a:lnTo>
                    <a:pt x="2799" y="19574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3"/>
          <p:cNvPicPr preferRelativeResize="0"/>
          <p:nvPr/>
        </p:nvPicPr>
        <p:blipFill>
          <a:blip r:embed="rId3">
            <a:alphaModFix amt="52999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3"/>
          <p:cNvSpPr txBox="1"/>
          <p:nvPr>
            <p:ph type="title"/>
          </p:nvPr>
        </p:nvSpPr>
        <p:spPr>
          <a:xfrm>
            <a:off x="2100150" y="2305900"/>
            <a:ext cx="4943700" cy="17556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8" name="Google Shape;48;p3"/>
          <p:cNvSpPr txBox="1"/>
          <p:nvPr>
            <p:ph hasCustomPrompt="1" idx="2" type="title"/>
          </p:nvPr>
        </p:nvSpPr>
        <p:spPr>
          <a:xfrm>
            <a:off x="3502800" y="1211363"/>
            <a:ext cx="2138400" cy="1229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cxnSp>
        <p:nvCxnSpPr>
          <p:cNvPr id="49" name="Google Shape;49;p3"/>
          <p:cNvCxnSpPr/>
          <p:nvPr/>
        </p:nvCxnSpPr>
        <p:spPr>
          <a:xfrm>
            <a:off x="4572000" y="4465700"/>
            <a:ext cx="0" cy="727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4"/>
          <p:cNvPicPr preferRelativeResize="0"/>
          <p:nvPr/>
        </p:nvPicPr>
        <p:blipFill>
          <a:blip r:embed="rId3">
            <a:alphaModFix amt="52999"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4"/>
          <p:cNvSpPr txBox="1"/>
          <p:nvPr>
            <p:ph type="title"/>
          </p:nvPr>
        </p:nvSpPr>
        <p:spPr>
          <a:xfrm>
            <a:off x="713225" y="484425"/>
            <a:ext cx="7717500" cy="5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713225" y="1056900"/>
            <a:ext cx="7717500" cy="12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rgbClr val="6939F7"/>
              </a:buClr>
              <a:buSzPts val="1200"/>
              <a:buFont typeface="Roboto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Roboto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Roboto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Roboto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Roboto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Roboto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Roboto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Roboto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Roboto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5"/>
          <p:cNvPicPr preferRelativeResize="0"/>
          <p:nvPr/>
        </p:nvPicPr>
        <p:blipFill>
          <a:blip r:embed="rId3">
            <a:alphaModFix amt="52999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5"/>
          <p:cNvSpPr txBox="1"/>
          <p:nvPr>
            <p:ph type="title"/>
          </p:nvPr>
        </p:nvSpPr>
        <p:spPr>
          <a:xfrm>
            <a:off x="713225" y="484425"/>
            <a:ext cx="7717500" cy="5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59" name="Google Shape;59;p5"/>
          <p:cNvSpPr txBox="1"/>
          <p:nvPr>
            <p:ph idx="1" type="subTitle"/>
          </p:nvPr>
        </p:nvSpPr>
        <p:spPr>
          <a:xfrm>
            <a:off x="750751" y="1767000"/>
            <a:ext cx="3576900" cy="71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7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60" name="Google Shape;60;p5"/>
          <p:cNvSpPr txBox="1"/>
          <p:nvPr>
            <p:ph idx="2" type="subTitle"/>
          </p:nvPr>
        </p:nvSpPr>
        <p:spPr>
          <a:xfrm>
            <a:off x="4816349" y="1767000"/>
            <a:ext cx="3576900" cy="71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7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61" name="Google Shape;61;p5"/>
          <p:cNvSpPr txBox="1"/>
          <p:nvPr>
            <p:ph idx="3" type="subTitle"/>
          </p:nvPr>
        </p:nvSpPr>
        <p:spPr>
          <a:xfrm>
            <a:off x="750751" y="2431125"/>
            <a:ext cx="3576900" cy="144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4" type="subTitle"/>
          </p:nvPr>
        </p:nvSpPr>
        <p:spPr>
          <a:xfrm>
            <a:off x="4816349" y="2431125"/>
            <a:ext cx="3576900" cy="144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63" name="Google Shape;63;p5"/>
          <p:cNvGrpSpPr/>
          <p:nvPr/>
        </p:nvGrpSpPr>
        <p:grpSpPr>
          <a:xfrm>
            <a:off x="444850" y="-375"/>
            <a:ext cx="238275" cy="1216255"/>
            <a:chOff x="474950" y="-375"/>
            <a:chExt cx="238275" cy="940500"/>
          </a:xfrm>
        </p:grpSpPr>
        <p:cxnSp>
          <p:nvCxnSpPr>
            <p:cNvPr id="64" name="Google Shape;64;p5"/>
            <p:cNvCxnSpPr/>
            <p:nvPr/>
          </p:nvCxnSpPr>
          <p:spPr>
            <a:xfrm>
              <a:off x="474950" y="-375"/>
              <a:ext cx="0" cy="9405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" name="Google Shape;65;p5"/>
            <p:cNvCxnSpPr/>
            <p:nvPr/>
          </p:nvCxnSpPr>
          <p:spPr>
            <a:xfrm>
              <a:off x="713225" y="-375"/>
              <a:ext cx="0" cy="40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66" name="Google Shape;66;p5"/>
          <p:cNvCxnSpPr/>
          <p:nvPr/>
        </p:nvCxnSpPr>
        <p:spPr>
          <a:xfrm rot="10800000">
            <a:off x="4590800" y="4733100"/>
            <a:ext cx="0" cy="410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" name="Google Shape;67;p5"/>
          <p:cNvCxnSpPr/>
          <p:nvPr/>
        </p:nvCxnSpPr>
        <p:spPr>
          <a:xfrm>
            <a:off x="8701025" y="0"/>
            <a:ext cx="0" cy="762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8" name="Google Shape;68;p5"/>
          <p:cNvGrpSpPr/>
          <p:nvPr/>
        </p:nvGrpSpPr>
        <p:grpSpPr>
          <a:xfrm flipH="1" rot="10800000">
            <a:off x="8473146" y="860389"/>
            <a:ext cx="455742" cy="385444"/>
            <a:chOff x="4052875" y="1592600"/>
            <a:chExt cx="737925" cy="624200"/>
          </a:xfrm>
        </p:grpSpPr>
        <p:sp>
          <p:nvSpPr>
            <p:cNvPr id="69" name="Google Shape;69;p5"/>
            <p:cNvSpPr/>
            <p:nvPr/>
          </p:nvSpPr>
          <p:spPr>
            <a:xfrm>
              <a:off x="4052875" y="1592600"/>
              <a:ext cx="737925" cy="624200"/>
            </a:xfrm>
            <a:custGeom>
              <a:rect b="b" l="l" r="r" t="t"/>
              <a:pathLst>
                <a:path extrusionOk="0" h="24968" w="29517">
                  <a:moveTo>
                    <a:pt x="13621" y="0"/>
                  </a:moveTo>
                  <a:lnTo>
                    <a:pt x="13621" y="2262"/>
                  </a:lnTo>
                  <a:lnTo>
                    <a:pt x="11359" y="2262"/>
                  </a:lnTo>
                  <a:lnTo>
                    <a:pt x="11359" y="4548"/>
                  </a:lnTo>
                  <a:lnTo>
                    <a:pt x="9085" y="4548"/>
                  </a:lnTo>
                  <a:lnTo>
                    <a:pt x="9085" y="6810"/>
                  </a:lnTo>
                  <a:lnTo>
                    <a:pt x="6823" y="6810"/>
                  </a:lnTo>
                  <a:lnTo>
                    <a:pt x="6823" y="9061"/>
                  </a:lnTo>
                  <a:lnTo>
                    <a:pt x="4549" y="9061"/>
                  </a:lnTo>
                  <a:lnTo>
                    <a:pt x="4549" y="11347"/>
                  </a:lnTo>
                  <a:lnTo>
                    <a:pt x="2275" y="11347"/>
                  </a:lnTo>
                  <a:lnTo>
                    <a:pt x="2275" y="13609"/>
                  </a:lnTo>
                  <a:lnTo>
                    <a:pt x="1" y="13609"/>
                  </a:lnTo>
                  <a:lnTo>
                    <a:pt x="1" y="15883"/>
                  </a:lnTo>
                  <a:lnTo>
                    <a:pt x="9085" y="15883"/>
                  </a:lnTo>
                  <a:lnTo>
                    <a:pt x="9085" y="24967"/>
                  </a:lnTo>
                  <a:lnTo>
                    <a:pt x="20432" y="24967"/>
                  </a:lnTo>
                  <a:lnTo>
                    <a:pt x="20432" y="15883"/>
                  </a:lnTo>
                  <a:lnTo>
                    <a:pt x="29516" y="15883"/>
                  </a:lnTo>
                  <a:lnTo>
                    <a:pt x="29516" y="13609"/>
                  </a:lnTo>
                  <a:lnTo>
                    <a:pt x="27242" y="13609"/>
                  </a:lnTo>
                  <a:lnTo>
                    <a:pt x="27242" y="11347"/>
                  </a:lnTo>
                  <a:lnTo>
                    <a:pt x="24980" y="11347"/>
                  </a:lnTo>
                  <a:lnTo>
                    <a:pt x="24980" y="9061"/>
                  </a:lnTo>
                  <a:lnTo>
                    <a:pt x="22706" y="9061"/>
                  </a:lnTo>
                  <a:lnTo>
                    <a:pt x="22706" y="6810"/>
                  </a:lnTo>
                  <a:lnTo>
                    <a:pt x="20432" y="6810"/>
                  </a:lnTo>
                  <a:lnTo>
                    <a:pt x="20432" y="4548"/>
                  </a:lnTo>
                  <a:lnTo>
                    <a:pt x="18158" y="4548"/>
                  </a:lnTo>
                  <a:lnTo>
                    <a:pt x="18158" y="2262"/>
                  </a:lnTo>
                  <a:lnTo>
                    <a:pt x="15895" y="2262"/>
                  </a:lnTo>
                  <a:lnTo>
                    <a:pt x="158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5"/>
            <p:cNvSpPr/>
            <p:nvPr/>
          </p:nvSpPr>
          <p:spPr>
            <a:xfrm>
              <a:off x="4336850" y="164945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0" y="0"/>
                  </a:moveTo>
                  <a:lnTo>
                    <a:pt x="0" y="2262"/>
                  </a:lnTo>
                  <a:lnTo>
                    <a:pt x="2262" y="2262"/>
                  </a:lnTo>
                  <a:lnTo>
                    <a:pt x="226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5"/>
            <p:cNvSpPr/>
            <p:nvPr/>
          </p:nvSpPr>
          <p:spPr>
            <a:xfrm>
              <a:off x="4393700" y="1592875"/>
              <a:ext cx="56575" cy="56600"/>
            </a:xfrm>
            <a:custGeom>
              <a:rect b="b" l="l" r="r" t="t"/>
              <a:pathLst>
                <a:path extrusionOk="0" h="2264" w="2263">
                  <a:moveTo>
                    <a:pt x="0" y="1"/>
                  </a:moveTo>
                  <a:lnTo>
                    <a:pt x="0" y="2263"/>
                  </a:lnTo>
                  <a:lnTo>
                    <a:pt x="2262" y="2263"/>
                  </a:lnTo>
                  <a:lnTo>
                    <a:pt x="226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5"/>
            <p:cNvSpPr/>
            <p:nvPr/>
          </p:nvSpPr>
          <p:spPr>
            <a:xfrm>
              <a:off x="4280275" y="1706300"/>
              <a:ext cx="56600" cy="56575"/>
            </a:xfrm>
            <a:custGeom>
              <a:rect b="b" l="l" r="r" t="t"/>
              <a:pathLst>
                <a:path extrusionOk="0" h="2263" w="2264">
                  <a:moveTo>
                    <a:pt x="1" y="0"/>
                  </a:moveTo>
                  <a:lnTo>
                    <a:pt x="1" y="2262"/>
                  </a:lnTo>
                  <a:lnTo>
                    <a:pt x="2263" y="2262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5"/>
            <p:cNvSpPr/>
            <p:nvPr/>
          </p:nvSpPr>
          <p:spPr>
            <a:xfrm>
              <a:off x="4223425" y="176285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1" y="0"/>
                  </a:moveTo>
                  <a:lnTo>
                    <a:pt x="1" y="2263"/>
                  </a:lnTo>
                  <a:lnTo>
                    <a:pt x="2263" y="2263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5"/>
            <p:cNvSpPr/>
            <p:nvPr/>
          </p:nvSpPr>
          <p:spPr>
            <a:xfrm>
              <a:off x="4166275" y="181970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1" y="0"/>
                  </a:moveTo>
                  <a:lnTo>
                    <a:pt x="1" y="2263"/>
                  </a:lnTo>
                  <a:lnTo>
                    <a:pt x="2263" y="2263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5"/>
            <p:cNvSpPr/>
            <p:nvPr/>
          </p:nvSpPr>
          <p:spPr>
            <a:xfrm>
              <a:off x="4109725" y="187625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1" y="1"/>
                  </a:moveTo>
                  <a:lnTo>
                    <a:pt x="1" y="2263"/>
                  </a:lnTo>
                  <a:lnTo>
                    <a:pt x="2263" y="2263"/>
                  </a:lnTo>
                  <a:lnTo>
                    <a:pt x="22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5"/>
            <p:cNvSpPr/>
            <p:nvPr/>
          </p:nvSpPr>
          <p:spPr>
            <a:xfrm>
              <a:off x="4052875" y="1933100"/>
              <a:ext cx="283700" cy="56575"/>
            </a:xfrm>
            <a:custGeom>
              <a:rect b="b" l="l" r="r" t="t"/>
              <a:pathLst>
                <a:path extrusionOk="0" h="2263" w="11348">
                  <a:moveTo>
                    <a:pt x="1" y="1"/>
                  </a:moveTo>
                  <a:lnTo>
                    <a:pt x="1" y="2263"/>
                  </a:lnTo>
                  <a:lnTo>
                    <a:pt x="11347" y="2263"/>
                  </a:lnTo>
                  <a:lnTo>
                    <a:pt x="1134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5"/>
            <p:cNvSpPr/>
            <p:nvPr/>
          </p:nvSpPr>
          <p:spPr>
            <a:xfrm>
              <a:off x="4279975" y="2160225"/>
              <a:ext cx="283400" cy="56575"/>
            </a:xfrm>
            <a:custGeom>
              <a:rect b="b" l="l" r="r" t="t"/>
              <a:pathLst>
                <a:path extrusionOk="0" h="2263" w="11336">
                  <a:moveTo>
                    <a:pt x="1" y="0"/>
                  </a:moveTo>
                  <a:lnTo>
                    <a:pt x="1" y="2262"/>
                  </a:lnTo>
                  <a:lnTo>
                    <a:pt x="11336" y="2262"/>
                  </a:lnTo>
                  <a:lnTo>
                    <a:pt x="113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5"/>
            <p:cNvSpPr/>
            <p:nvPr/>
          </p:nvSpPr>
          <p:spPr>
            <a:xfrm>
              <a:off x="4280275" y="1989350"/>
              <a:ext cx="56600" cy="227150"/>
            </a:xfrm>
            <a:custGeom>
              <a:rect b="b" l="l" r="r" t="t"/>
              <a:pathLst>
                <a:path extrusionOk="0" h="9086" w="2264">
                  <a:moveTo>
                    <a:pt x="1" y="1"/>
                  </a:moveTo>
                  <a:lnTo>
                    <a:pt x="1" y="9085"/>
                  </a:lnTo>
                  <a:lnTo>
                    <a:pt x="2263" y="9085"/>
                  </a:lnTo>
                  <a:lnTo>
                    <a:pt x="22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5"/>
            <p:cNvSpPr/>
            <p:nvPr/>
          </p:nvSpPr>
          <p:spPr>
            <a:xfrm>
              <a:off x="4450250" y="164945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0" y="0"/>
                  </a:moveTo>
                  <a:lnTo>
                    <a:pt x="0" y="2262"/>
                  </a:lnTo>
                  <a:lnTo>
                    <a:pt x="2263" y="2262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5"/>
            <p:cNvSpPr/>
            <p:nvPr/>
          </p:nvSpPr>
          <p:spPr>
            <a:xfrm>
              <a:off x="4507100" y="170630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0" y="0"/>
                  </a:moveTo>
                  <a:lnTo>
                    <a:pt x="0" y="2262"/>
                  </a:lnTo>
                  <a:lnTo>
                    <a:pt x="2263" y="2262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5"/>
            <p:cNvSpPr/>
            <p:nvPr/>
          </p:nvSpPr>
          <p:spPr>
            <a:xfrm>
              <a:off x="4563650" y="176285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1" y="0"/>
                  </a:moveTo>
                  <a:lnTo>
                    <a:pt x="1" y="2263"/>
                  </a:lnTo>
                  <a:lnTo>
                    <a:pt x="2263" y="2263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5"/>
            <p:cNvSpPr/>
            <p:nvPr/>
          </p:nvSpPr>
          <p:spPr>
            <a:xfrm>
              <a:off x="4620200" y="181970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1" y="0"/>
                  </a:moveTo>
                  <a:lnTo>
                    <a:pt x="1" y="2263"/>
                  </a:lnTo>
                  <a:lnTo>
                    <a:pt x="2263" y="2263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5"/>
            <p:cNvSpPr/>
            <p:nvPr/>
          </p:nvSpPr>
          <p:spPr>
            <a:xfrm>
              <a:off x="4677050" y="1876250"/>
              <a:ext cx="56600" cy="56575"/>
            </a:xfrm>
            <a:custGeom>
              <a:rect b="b" l="l" r="r" t="t"/>
              <a:pathLst>
                <a:path extrusionOk="0" h="2263" w="2264">
                  <a:moveTo>
                    <a:pt x="1" y="1"/>
                  </a:moveTo>
                  <a:lnTo>
                    <a:pt x="1" y="2263"/>
                  </a:lnTo>
                  <a:lnTo>
                    <a:pt x="2263" y="2263"/>
                  </a:lnTo>
                  <a:lnTo>
                    <a:pt x="22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5"/>
            <p:cNvSpPr/>
            <p:nvPr/>
          </p:nvSpPr>
          <p:spPr>
            <a:xfrm>
              <a:off x="4506800" y="1933100"/>
              <a:ext cx="283400" cy="56575"/>
            </a:xfrm>
            <a:custGeom>
              <a:rect b="b" l="l" r="r" t="t"/>
              <a:pathLst>
                <a:path extrusionOk="0" h="2263" w="11336">
                  <a:moveTo>
                    <a:pt x="1" y="1"/>
                  </a:moveTo>
                  <a:lnTo>
                    <a:pt x="1" y="2263"/>
                  </a:lnTo>
                  <a:lnTo>
                    <a:pt x="11335" y="2263"/>
                  </a:lnTo>
                  <a:lnTo>
                    <a:pt x="1133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5"/>
            <p:cNvSpPr/>
            <p:nvPr/>
          </p:nvSpPr>
          <p:spPr>
            <a:xfrm>
              <a:off x="4507100" y="1989650"/>
              <a:ext cx="56575" cy="227150"/>
            </a:xfrm>
            <a:custGeom>
              <a:rect b="b" l="l" r="r" t="t"/>
              <a:pathLst>
                <a:path extrusionOk="0" h="9086" w="2263">
                  <a:moveTo>
                    <a:pt x="0" y="1"/>
                  </a:moveTo>
                  <a:lnTo>
                    <a:pt x="0" y="9085"/>
                  </a:lnTo>
                  <a:lnTo>
                    <a:pt x="2263" y="9085"/>
                  </a:lnTo>
                  <a:lnTo>
                    <a:pt x="22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6" name="Google Shape;86;p5"/>
          <p:cNvSpPr/>
          <p:nvPr/>
        </p:nvSpPr>
        <p:spPr>
          <a:xfrm>
            <a:off x="141500" y="1331824"/>
            <a:ext cx="609257" cy="554057"/>
          </a:xfrm>
          <a:custGeom>
            <a:rect b="b" l="l" r="r" t="t"/>
            <a:pathLst>
              <a:path extrusionOk="0" h="42538" w="46767">
                <a:moveTo>
                  <a:pt x="8494" y="1"/>
                </a:moveTo>
                <a:lnTo>
                  <a:pt x="8494" y="4247"/>
                </a:lnTo>
                <a:lnTo>
                  <a:pt x="4230" y="4247"/>
                </a:lnTo>
                <a:lnTo>
                  <a:pt x="4230" y="8512"/>
                </a:lnTo>
                <a:lnTo>
                  <a:pt x="1" y="8512"/>
                </a:lnTo>
                <a:lnTo>
                  <a:pt x="1" y="12758"/>
                </a:lnTo>
                <a:lnTo>
                  <a:pt x="1" y="17022"/>
                </a:lnTo>
                <a:lnTo>
                  <a:pt x="1" y="21269"/>
                </a:lnTo>
                <a:lnTo>
                  <a:pt x="4230" y="21269"/>
                </a:lnTo>
                <a:lnTo>
                  <a:pt x="4230" y="25516"/>
                </a:lnTo>
                <a:lnTo>
                  <a:pt x="8494" y="25516"/>
                </a:lnTo>
                <a:lnTo>
                  <a:pt x="8494" y="29780"/>
                </a:lnTo>
                <a:lnTo>
                  <a:pt x="12758" y="29780"/>
                </a:lnTo>
                <a:lnTo>
                  <a:pt x="12758" y="34027"/>
                </a:lnTo>
                <a:lnTo>
                  <a:pt x="16987" y="34027"/>
                </a:lnTo>
                <a:lnTo>
                  <a:pt x="16987" y="38273"/>
                </a:lnTo>
                <a:lnTo>
                  <a:pt x="21252" y="38273"/>
                </a:lnTo>
                <a:lnTo>
                  <a:pt x="21252" y="42537"/>
                </a:lnTo>
                <a:lnTo>
                  <a:pt x="25516" y="42537"/>
                </a:lnTo>
                <a:lnTo>
                  <a:pt x="25516" y="38273"/>
                </a:lnTo>
                <a:lnTo>
                  <a:pt x="29745" y="38273"/>
                </a:lnTo>
                <a:lnTo>
                  <a:pt x="29745" y="34027"/>
                </a:lnTo>
                <a:lnTo>
                  <a:pt x="34009" y="34027"/>
                </a:lnTo>
                <a:lnTo>
                  <a:pt x="34009" y="29780"/>
                </a:lnTo>
                <a:lnTo>
                  <a:pt x="38273" y="29780"/>
                </a:lnTo>
                <a:lnTo>
                  <a:pt x="38273" y="25516"/>
                </a:lnTo>
                <a:lnTo>
                  <a:pt x="42520" y="25516"/>
                </a:lnTo>
                <a:lnTo>
                  <a:pt x="42520" y="21269"/>
                </a:lnTo>
                <a:lnTo>
                  <a:pt x="46767" y="21269"/>
                </a:lnTo>
                <a:lnTo>
                  <a:pt x="46767" y="17022"/>
                </a:lnTo>
                <a:lnTo>
                  <a:pt x="46767" y="12758"/>
                </a:lnTo>
                <a:lnTo>
                  <a:pt x="46767" y="8512"/>
                </a:lnTo>
                <a:lnTo>
                  <a:pt x="42520" y="8512"/>
                </a:lnTo>
                <a:lnTo>
                  <a:pt x="42520" y="4247"/>
                </a:lnTo>
                <a:lnTo>
                  <a:pt x="38273" y="4247"/>
                </a:lnTo>
                <a:lnTo>
                  <a:pt x="38273" y="1"/>
                </a:lnTo>
                <a:lnTo>
                  <a:pt x="29745" y="1"/>
                </a:lnTo>
                <a:lnTo>
                  <a:pt x="29745" y="4247"/>
                </a:lnTo>
                <a:lnTo>
                  <a:pt x="25516" y="4247"/>
                </a:lnTo>
                <a:lnTo>
                  <a:pt x="25516" y="8512"/>
                </a:lnTo>
                <a:lnTo>
                  <a:pt x="21252" y="8512"/>
                </a:lnTo>
                <a:lnTo>
                  <a:pt x="21252" y="4247"/>
                </a:lnTo>
                <a:lnTo>
                  <a:pt x="16987" y="4247"/>
                </a:lnTo>
                <a:lnTo>
                  <a:pt x="1698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6"/>
          <p:cNvPicPr preferRelativeResize="0"/>
          <p:nvPr/>
        </p:nvPicPr>
        <p:blipFill>
          <a:blip r:embed="rId3">
            <a:alphaModFix amt="52999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6"/>
          <p:cNvSpPr txBox="1"/>
          <p:nvPr>
            <p:ph type="title"/>
          </p:nvPr>
        </p:nvSpPr>
        <p:spPr>
          <a:xfrm>
            <a:off x="713225" y="484425"/>
            <a:ext cx="7717500" cy="9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grpSp>
        <p:nvGrpSpPr>
          <p:cNvPr id="91" name="Google Shape;91;p6"/>
          <p:cNvGrpSpPr/>
          <p:nvPr/>
        </p:nvGrpSpPr>
        <p:grpSpPr>
          <a:xfrm>
            <a:off x="8399750" y="-375"/>
            <a:ext cx="238275" cy="1224437"/>
            <a:chOff x="474950" y="-375"/>
            <a:chExt cx="238275" cy="940500"/>
          </a:xfrm>
        </p:grpSpPr>
        <p:cxnSp>
          <p:nvCxnSpPr>
            <p:cNvPr id="92" name="Google Shape;92;p6"/>
            <p:cNvCxnSpPr/>
            <p:nvPr/>
          </p:nvCxnSpPr>
          <p:spPr>
            <a:xfrm>
              <a:off x="474950" y="-375"/>
              <a:ext cx="0" cy="9405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3" name="Google Shape;93;p6"/>
            <p:cNvCxnSpPr/>
            <p:nvPr/>
          </p:nvCxnSpPr>
          <p:spPr>
            <a:xfrm>
              <a:off x="713225" y="-375"/>
              <a:ext cx="0" cy="40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94" name="Google Shape;94;p6"/>
          <p:cNvCxnSpPr/>
          <p:nvPr/>
        </p:nvCxnSpPr>
        <p:spPr>
          <a:xfrm>
            <a:off x="347525" y="3580750"/>
            <a:ext cx="0" cy="1573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95" name="Google Shape;95;p6"/>
          <p:cNvGrpSpPr/>
          <p:nvPr/>
        </p:nvGrpSpPr>
        <p:grpSpPr>
          <a:xfrm>
            <a:off x="390439" y="425295"/>
            <a:ext cx="369304" cy="554077"/>
            <a:chOff x="3119125" y="3168075"/>
            <a:chExt cx="419425" cy="629275"/>
          </a:xfrm>
        </p:grpSpPr>
        <p:sp>
          <p:nvSpPr>
            <p:cNvPr id="96" name="Google Shape;96;p6"/>
            <p:cNvSpPr/>
            <p:nvPr/>
          </p:nvSpPr>
          <p:spPr>
            <a:xfrm>
              <a:off x="3119125" y="3168075"/>
              <a:ext cx="419425" cy="629275"/>
            </a:xfrm>
            <a:custGeom>
              <a:rect b="b" l="l" r="r" t="t"/>
              <a:pathLst>
                <a:path extrusionOk="0" h="25171" w="16777">
                  <a:moveTo>
                    <a:pt x="2799" y="1"/>
                  </a:moveTo>
                  <a:lnTo>
                    <a:pt x="2799" y="2799"/>
                  </a:lnTo>
                  <a:lnTo>
                    <a:pt x="1" y="2799"/>
                  </a:lnTo>
                  <a:lnTo>
                    <a:pt x="1" y="22372"/>
                  </a:lnTo>
                  <a:lnTo>
                    <a:pt x="2799" y="22372"/>
                  </a:lnTo>
                  <a:lnTo>
                    <a:pt x="2799" y="25170"/>
                  </a:lnTo>
                  <a:lnTo>
                    <a:pt x="5597" y="25170"/>
                  </a:lnTo>
                  <a:lnTo>
                    <a:pt x="5597" y="22372"/>
                  </a:lnTo>
                  <a:lnTo>
                    <a:pt x="8395" y="22372"/>
                  </a:lnTo>
                  <a:lnTo>
                    <a:pt x="8395" y="19574"/>
                  </a:lnTo>
                  <a:lnTo>
                    <a:pt x="11181" y="19574"/>
                  </a:lnTo>
                  <a:lnTo>
                    <a:pt x="11181" y="16777"/>
                  </a:lnTo>
                  <a:lnTo>
                    <a:pt x="13979" y="16777"/>
                  </a:lnTo>
                  <a:lnTo>
                    <a:pt x="13979" y="13979"/>
                  </a:lnTo>
                  <a:lnTo>
                    <a:pt x="16777" y="13979"/>
                  </a:lnTo>
                  <a:lnTo>
                    <a:pt x="16777" y="11193"/>
                  </a:lnTo>
                  <a:lnTo>
                    <a:pt x="13979" y="11193"/>
                  </a:lnTo>
                  <a:lnTo>
                    <a:pt x="13979" y="8395"/>
                  </a:lnTo>
                  <a:lnTo>
                    <a:pt x="11181" y="8395"/>
                  </a:lnTo>
                  <a:lnTo>
                    <a:pt x="11181" y="5597"/>
                  </a:lnTo>
                  <a:lnTo>
                    <a:pt x="8395" y="5597"/>
                  </a:lnTo>
                  <a:lnTo>
                    <a:pt x="8395" y="2799"/>
                  </a:lnTo>
                  <a:lnTo>
                    <a:pt x="5597" y="2799"/>
                  </a:lnTo>
                  <a:lnTo>
                    <a:pt x="559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6"/>
            <p:cNvSpPr/>
            <p:nvPr/>
          </p:nvSpPr>
          <p:spPr>
            <a:xfrm>
              <a:off x="3468575" y="34478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8"/>
                  </a:lnTo>
                  <a:lnTo>
                    <a:pt x="2799" y="2798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6"/>
            <p:cNvSpPr/>
            <p:nvPr/>
          </p:nvSpPr>
          <p:spPr>
            <a:xfrm>
              <a:off x="3398625" y="337792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9" y="2799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6"/>
            <p:cNvSpPr/>
            <p:nvPr/>
          </p:nvSpPr>
          <p:spPr>
            <a:xfrm>
              <a:off x="3398625" y="351722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9" y="2799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6"/>
            <p:cNvSpPr/>
            <p:nvPr/>
          </p:nvSpPr>
          <p:spPr>
            <a:xfrm>
              <a:off x="3328975" y="35871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8" y="2799"/>
                  </a:lnTo>
                  <a:lnTo>
                    <a:pt x="279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6"/>
            <p:cNvSpPr/>
            <p:nvPr/>
          </p:nvSpPr>
          <p:spPr>
            <a:xfrm>
              <a:off x="3259025" y="365742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0"/>
                  </a:moveTo>
                  <a:lnTo>
                    <a:pt x="1" y="2798"/>
                  </a:lnTo>
                  <a:lnTo>
                    <a:pt x="2799" y="2798"/>
                  </a:lnTo>
                  <a:lnTo>
                    <a:pt x="27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>
              <a:off x="3328975" y="33079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8" y="2799"/>
                  </a:lnTo>
                  <a:lnTo>
                    <a:pt x="279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6"/>
            <p:cNvSpPr/>
            <p:nvPr/>
          </p:nvSpPr>
          <p:spPr>
            <a:xfrm>
              <a:off x="3259025" y="323802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9" y="2799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6"/>
            <p:cNvSpPr/>
            <p:nvPr/>
          </p:nvSpPr>
          <p:spPr>
            <a:xfrm>
              <a:off x="3189075" y="31680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9" y="2799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6"/>
            <p:cNvSpPr/>
            <p:nvPr/>
          </p:nvSpPr>
          <p:spPr>
            <a:xfrm>
              <a:off x="3189075" y="37273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0"/>
                  </a:moveTo>
                  <a:lnTo>
                    <a:pt x="1" y="2798"/>
                  </a:lnTo>
                  <a:lnTo>
                    <a:pt x="2799" y="2798"/>
                  </a:lnTo>
                  <a:lnTo>
                    <a:pt x="27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6"/>
            <p:cNvSpPr/>
            <p:nvPr/>
          </p:nvSpPr>
          <p:spPr>
            <a:xfrm>
              <a:off x="3119125" y="3238025"/>
              <a:ext cx="69975" cy="489375"/>
            </a:xfrm>
            <a:custGeom>
              <a:rect b="b" l="l" r="r" t="t"/>
              <a:pathLst>
                <a:path extrusionOk="0" h="19575" w="2799">
                  <a:moveTo>
                    <a:pt x="1" y="1"/>
                  </a:moveTo>
                  <a:lnTo>
                    <a:pt x="1" y="19574"/>
                  </a:lnTo>
                  <a:lnTo>
                    <a:pt x="2799" y="19574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7" name="Google Shape;107;p6"/>
          <p:cNvSpPr/>
          <p:nvPr/>
        </p:nvSpPr>
        <p:spPr>
          <a:xfrm>
            <a:off x="169250" y="3099175"/>
            <a:ext cx="356529" cy="356529"/>
          </a:xfrm>
          <a:custGeom>
            <a:rect b="b" l="l" r="r" t="t"/>
            <a:pathLst>
              <a:path extrusionOk="0" h="18914" w="18914">
                <a:moveTo>
                  <a:pt x="7030" y="0"/>
                </a:moveTo>
                <a:lnTo>
                  <a:pt x="7030" y="3141"/>
                </a:lnTo>
                <a:lnTo>
                  <a:pt x="3141" y="3141"/>
                </a:lnTo>
                <a:lnTo>
                  <a:pt x="3141" y="7030"/>
                </a:lnTo>
                <a:lnTo>
                  <a:pt x="0" y="7030"/>
                </a:lnTo>
                <a:lnTo>
                  <a:pt x="0" y="11883"/>
                </a:lnTo>
                <a:lnTo>
                  <a:pt x="3141" y="11883"/>
                </a:lnTo>
                <a:lnTo>
                  <a:pt x="3141" y="15773"/>
                </a:lnTo>
                <a:lnTo>
                  <a:pt x="7030" y="15773"/>
                </a:lnTo>
                <a:lnTo>
                  <a:pt x="7030" y="18913"/>
                </a:lnTo>
                <a:lnTo>
                  <a:pt x="11884" y="18913"/>
                </a:lnTo>
                <a:lnTo>
                  <a:pt x="11884" y="15773"/>
                </a:lnTo>
                <a:lnTo>
                  <a:pt x="15773" y="15773"/>
                </a:lnTo>
                <a:lnTo>
                  <a:pt x="15773" y="11883"/>
                </a:lnTo>
                <a:lnTo>
                  <a:pt x="18914" y="11883"/>
                </a:lnTo>
                <a:lnTo>
                  <a:pt x="18914" y="7030"/>
                </a:lnTo>
                <a:lnTo>
                  <a:pt x="15773" y="7030"/>
                </a:lnTo>
                <a:lnTo>
                  <a:pt x="15773" y="3141"/>
                </a:lnTo>
                <a:lnTo>
                  <a:pt x="11884" y="3141"/>
                </a:lnTo>
                <a:lnTo>
                  <a:pt x="1188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7"/>
          <p:cNvPicPr preferRelativeResize="0"/>
          <p:nvPr/>
        </p:nvPicPr>
        <p:blipFill>
          <a:blip r:embed="rId3">
            <a:alphaModFix amt="52999"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7"/>
          <p:cNvSpPr txBox="1"/>
          <p:nvPr>
            <p:ph type="title"/>
          </p:nvPr>
        </p:nvSpPr>
        <p:spPr>
          <a:xfrm>
            <a:off x="713225" y="484425"/>
            <a:ext cx="3558300" cy="9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112" name="Google Shape;112;p7"/>
          <p:cNvSpPr txBox="1"/>
          <p:nvPr>
            <p:ph idx="1" type="body"/>
          </p:nvPr>
        </p:nvSpPr>
        <p:spPr>
          <a:xfrm>
            <a:off x="720000" y="1481950"/>
            <a:ext cx="4218600" cy="311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Nunito Light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113" name="Google Shape;113;p7"/>
          <p:cNvSpPr/>
          <p:nvPr>
            <p:ph idx="2" type="pic"/>
          </p:nvPr>
        </p:nvSpPr>
        <p:spPr>
          <a:xfrm>
            <a:off x="6120000" y="0"/>
            <a:ext cx="3024000" cy="51435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114" name="Google Shape;114;p7"/>
          <p:cNvCxnSpPr/>
          <p:nvPr/>
        </p:nvCxnSpPr>
        <p:spPr>
          <a:xfrm>
            <a:off x="352650" y="3354125"/>
            <a:ext cx="0" cy="1800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8"/>
          <p:cNvPicPr preferRelativeResize="0"/>
          <p:nvPr/>
        </p:nvPicPr>
        <p:blipFill>
          <a:blip r:embed="rId3">
            <a:alphaModFix amt="52999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8"/>
          <p:cNvSpPr txBox="1"/>
          <p:nvPr>
            <p:ph type="title"/>
          </p:nvPr>
        </p:nvSpPr>
        <p:spPr>
          <a:xfrm>
            <a:off x="1916550" y="1440175"/>
            <a:ext cx="5310900" cy="226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cxnSp>
        <p:nvCxnSpPr>
          <p:cNvPr id="119" name="Google Shape;119;p8"/>
          <p:cNvCxnSpPr/>
          <p:nvPr/>
        </p:nvCxnSpPr>
        <p:spPr>
          <a:xfrm>
            <a:off x="4572000" y="4704025"/>
            <a:ext cx="0" cy="439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20" name="Google Shape;120;p8"/>
          <p:cNvGrpSpPr/>
          <p:nvPr/>
        </p:nvGrpSpPr>
        <p:grpSpPr>
          <a:xfrm flipH="1">
            <a:off x="7848625" y="-375"/>
            <a:ext cx="238275" cy="812404"/>
            <a:chOff x="474950" y="-375"/>
            <a:chExt cx="238275" cy="940500"/>
          </a:xfrm>
        </p:grpSpPr>
        <p:cxnSp>
          <p:nvCxnSpPr>
            <p:cNvPr id="121" name="Google Shape;121;p8"/>
            <p:cNvCxnSpPr/>
            <p:nvPr/>
          </p:nvCxnSpPr>
          <p:spPr>
            <a:xfrm>
              <a:off x="474950" y="-375"/>
              <a:ext cx="0" cy="9405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2" name="Google Shape;122;p8"/>
            <p:cNvCxnSpPr/>
            <p:nvPr/>
          </p:nvCxnSpPr>
          <p:spPr>
            <a:xfrm>
              <a:off x="713225" y="-375"/>
              <a:ext cx="0" cy="40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23" name="Google Shape;123;p8"/>
          <p:cNvCxnSpPr/>
          <p:nvPr/>
        </p:nvCxnSpPr>
        <p:spPr>
          <a:xfrm>
            <a:off x="708100" y="-375"/>
            <a:ext cx="0" cy="812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4" name="Google Shape;124;p8"/>
          <p:cNvSpPr/>
          <p:nvPr/>
        </p:nvSpPr>
        <p:spPr>
          <a:xfrm>
            <a:off x="403475" y="928524"/>
            <a:ext cx="609257" cy="554057"/>
          </a:xfrm>
          <a:custGeom>
            <a:rect b="b" l="l" r="r" t="t"/>
            <a:pathLst>
              <a:path extrusionOk="0" h="42538" w="46767">
                <a:moveTo>
                  <a:pt x="8494" y="1"/>
                </a:moveTo>
                <a:lnTo>
                  <a:pt x="8494" y="4247"/>
                </a:lnTo>
                <a:lnTo>
                  <a:pt x="4230" y="4247"/>
                </a:lnTo>
                <a:lnTo>
                  <a:pt x="4230" y="8512"/>
                </a:lnTo>
                <a:lnTo>
                  <a:pt x="1" y="8512"/>
                </a:lnTo>
                <a:lnTo>
                  <a:pt x="1" y="12758"/>
                </a:lnTo>
                <a:lnTo>
                  <a:pt x="1" y="17022"/>
                </a:lnTo>
                <a:lnTo>
                  <a:pt x="1" y="21269"/>
                </a:lnTo>
                <a:lnTo>
                  <a:pt x="4230" y="21269"/>
                </a:lnTo>
                <a:lnTo>
                  <a:pt x="4230" y="25516"/>
                </a:lnTo>
                <a:lnTo>
                  <a:pt x="8494" y="25516"/>
                </a:lnTo>
                <a:lnTo>
                  <a:pt x="8494" y="29780"/>
                </a:lnTo>
                <a:lnTo>
                  <a:pt x="12758" y="29780"/>
                </a:lnTo>
                <a:lnTo>
                  <a:pt x="12758" y="34027"/>
                </a:lnTo>
                <a:lnTo>
                  <a:pt x="16987" y="34027"/>
                </a:lnTo>
                <a:lnTo>
                  <a:pt x="16987" y="38273"/>
                </a:lnTo>
                <a:lnTo>
                  <a:pt x="21252" y="38273"/>
                </a:lnTo>
                <a:lnTo>
                  <a:pt x="21252" y="42537"/>
                </a:lnTo>
                <a:lnTo>
                  <a:pt x="25516" y="42537"/>
                </a:lnTo>
                <a:lnTo>
                  <a:pt x="25516" y="38273"/>
                </a:lnTo>
                <a:lnTo>
                  <a:pt x="29745" y="38273"/>
                </a:lnTo>
                <a:lnTo>
                  <a:pt x="29745" y="34027"/>
                </a:lnTo>
                <a:lnTo>
                  <a:pt x="34009" y="34027"/>
                </a:lnTo>
                <a:lnTo>
                  <a:pt x="34009" y="29780"/>
                </a:lnTo>
                <a:lnTo>
                  <a:pt x="38273" y="29780"/>
                </a:lnTo>
                <a:lnTo>
                  <a:pt x="38273" y="25516"/>
                </a:lnTo>
                <a:lnTo>
                  <a:pt x="42520" y="25516"/>
                </a:lnTo>
                <a:lnTo>
                  <a:pt x="42520" y="21269"/>
                </a:lnTo>
                <a:lnTo>
                  <a:pt x="46767" y="21269"/>
                </a:lnTo>
                <a:lnTo>
                  <a:pt x="46767" y="17022"/>
                </a:lnTo>
                <a:lnTo>
                  <a:pt x="46767" y="12758"/>
                </a:lnTo>
                <a:lnTo>
                  <a:pt x="46767" y="8512"/>
                </a:lnTo>
                <a:lnTo>
                  <a:pt x="42520" y="8512"/>
                </a:lnTo>
                <a:lnTo>
                  <a:pt x="42520" y="4247"/>
                </a:lnTo>
                <a:lnTo>
                  <a:pt x="38273" y="4247"/>
                </a:lnTo>
                <a:lnTo>
                  <a:pt x="38273" y="1"/>
                </a:lnTo>
                <a:lnTo>
                  <a:pt x="29745" y="1"/>
                </a:lnTo>
                <a:lnTo>
                  <a:pt x="29745" y="4247"/>
                </a:lnTo>
                <a:lnTo>
                  <a:pt x="25516" y="4247"/>
                </a:lnTo>
                <a:lnTo>
                  <a:pt x="25516" y="8512"/>
                </a:lnTo>
                <a:lnTo>
                  <a:pt x="21252" y="8512"/>
                </a:lnTo>
                <a:lnTo>
                  <a:pt x="21252" y="4247"/>
                </a:lnTo>
                <a:lnTo>
                  <a:pt x="16987" y="4247"/>
                </a:lnTo>
                <a:lnTo>
                  <a:pt x="1698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9"/>
          <p:cNvPicPr preferRelativeResize="0"/>
          <p:nvPr/>
        </p:nvPicPr>
        <p:blipFill>
          <a:blip r:embed="rId3">
            <a:alphaModFix amt="52999"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9"/>
          <p:cNvSpPr txBox="1"/>
          <p:nvPr>
            <p:ph type="title"/>
          </p:nvPr>
        </p:nvSpPr>
        <p:spPr>
          <a:xfrm>
            <a:off x="25494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9" name="Google Shape;129;p9"/>
          <p:cNvSpPr txBox="1"/>
          <p:nvPr>
            <p:ph idx="1" type="subTitle"/>
          </p:nvPr>
        </p:nvSpPr>
        <p:spPr>
          <a:xfrm>
            <a:off x="25494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grpSp>
        <p:nvGrpSpPr>
          <p:cNvPr id="130" name="Google Shape;130;p9"/>
          <p:cNvGrpSpPr/>
          <p:nvPr/>
        </p:nvGrpSpPr>
        <p:grpSpPr>
          <a:xfrm>
            <a:off x="474950" y="-375"/>
            <a:ext cx="238275" cy="1523704"/>
            <a:chOff x="474950" y="-375"/>
            <a:chExt cx="238275" cy="940500"/>
          </a:xfrm>
        </p:grpSpPr>
        <p:cxnSp>
          <p:nvCxnSpPr>
            <p:cNvPr id="131" name="Google Shape;131;p9"/>
            <p:cNvCxnSpPr/>
            <p:nvPr/>
          </p:nvCxnSpPr>
          <p:spPr>
            <a:xfrm>
              <a:off x="474950" y="-375"/>
              <a:ext cx="0" cy="9405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2" name="Google Shape;132;p9"/>
            <p:cNvCxnSpPr/>
            <p:nvPr/>
          </p:nvCxnSpPr>
          <p:spPr>
            <a:xfrm>
              <a:off x="713225" y="-375"/>
              <a:ext cx="0" cy="40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33" name="Google Shape;133;p9"/>
          <p:cNvGrpSpPr/>
          <p:nvPr/>
        </p:nvGrpSpPr>
        <p:grpSpPr>
          <a:xfrm rot="10800000">
            <a:off x="8268400" y="3919075"/>
            <a:ext cx="238275" cy="1224437"/>
            <a:chOff x="474950" y="-375"/>
            <a:chExt cx="238275" cy="940500"/>
          </a:xfrm>
        </p:grpSpPr>
        <p:cxnSp>
          <p:nvCxnSpPr>
            <p:cNvPr id="134" name="Google Shape;134;p9"/>
            <p:cNvCxnSpPr/>
            <p:nvPr/>
          </p:nvCxnSpPr>
          <p:spPr>
            <a:xfrm>
              <a:off x="474950" y="-375"/>
              <a:ext cx="0" cy="9405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5" name="Google Shape;135;p9"/>
            <p:cNvCxnSpPr/>
            <p:nvPr/>
          </p:nvCxnSpPr>
          <p:spPr>
            <a:xfrm>
              <a:off x="713225" y="-375"/>
              <a:ext cx="0" cy="40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36" name="Google Shape;136;p9"/>
          <p:cNvSpPr/>
          <p:nvPr/>
        </p:nvSpPr>
        <p:spPr>
          <a:xfrm>
            <a:off x="8325463" y="3444050"/>
            <a:ext cx="356529" cy="356529"/>
          </a:xfrm>
          <a:custGeom>
            <a:rect b="b" l="l" r="r" t="t"/>
            <a:pathLst>
              <a:path extrusionOk="0" h="18914" w="18914">
                <a:moveTo>
                  <a:pt x="7030" y="0"/>
                </a:moveTo>
                <a:lnTo>
                  <a:pt x="7030" y="3141"/>
                </a:lnTo>
                <a:lnTo>
                  <a:pt x="3141" y="3141"/>
                </a:lnTo>
                <a:lnTo>
                  <a:pt x="3141" y="7030"/>
                </a:lnTo>
                <a:lnTo>
                  <a:pt x="0" y="7030"/>
                </a:lnTo>
                <a:lnTo>
                  <a:pt x="0" y="11883"/>
                </a:lnTo>
                <a:lnTo>
                  <a:pt x="3141" y="11883"/>
                </a:lnTo>
                <a:lnTo>
                  <a:pt x="3141" y="15773"/>
                </a:lnTo>
                <a:lnTo>
                  <a:pt x="7030" y="15773"/>
                </a:lnTo>
                <a:lnTo>
                  <a:pt x="7030" y="18913"/>
                </a:lnTo>
                <a:lnTo>
                  <a:pt x="11884" y="18913"/>
                </a:lnTo>
                <a:lnTo>
                  <a:pt x="11884" y="15773"/>
                </a:lnTo>
                <a:lnTo>
                  <a:pt x="15773" y="15773"/>
                </a:lnTo>
                <a:lnTo>
                  <a:pt x="15773" y="11883"/>
                </a:lnTo>
                <a:lnTo>
                  <a:pt x="18914" y="11883"/>
                </a:lnTo>
                <a:lnTo>
                  <a:pt x="18914" y="7030"/>
                </a:lnTo>
                <a:lnTo>
                  <a:pt x="15773" y="7030"/>
                </a:lnTo>
                <a:lnTo>
                  <a:pt x="15773" y="3141"/>
                </a:lnTo>
                <a:lnTo>
                  <a:pt x="11884" y="3141"/>
                </a:lnTo>
                <a:lnTo>
                  <a:pt x="1188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7" name="Google Shape;137;p9"/>
          <p:cNvGrpSpPr/>
          <p:nvPr/>
        </p:nvGrpSpPr>
        <p:grpSpPr>
          <a:xfrm flipH="1" rot="10800000">
            <a:off x="257471" y="1641226"/>
            <a:ext cx="455742" cy="385444"/>
            <a:chOff x="4052875" y="1592600"/>
            <a:chExt cx="737925" cy="624200"/>
          </a:xfrm>
        </p:grpSpPr>
        <p:sp>
          <p:nvSpPr>
            <p:cNvPr id="138" name="Google Shape;138;p9"/>
            <p:cNvSpPr/>
            <p:nvPr/>
          </p:nvSpPr>
          <p:spPr>
            <a:xfrm>
              <a:off x="4052875" y="1592600"/>
              <a:ext cx="737925" cy="624200"/>
            </a:xfrm>
            <a:custGeom>
              <a:rect b="b" l="l" r="r" t="t"/>
              <a:pathLst>
                <a:path extrusionOk="0" h="24968" w="29517">
                  <a:moveTo>
                    <a:pt x="13621" y="0"/>
                  </a:moveTo>
                  <a:lnTo>
                    <a:pt x="13621" y="2262"/>
                  </a:lnTo>
                  <a:lnTo>
                    <a:pt x="11359" y="2262"/>
                  </a:lnTo>
                  <a:lnTo>
                    <a:pt x="11359" y="4548"/>
                  </a:lnTo>
                  <a:lnTo>
                    <a:pt x="9085" y="4548"/>
                  </a:lnTo>
                  <a:lnTo>
                    <a:pt x="9085" y="6810"/>
                  </a:lnTo>
                  <a:lnTo>
                    <a:pt x="6823" y="6810"/>
                  </a:lnTo>
                  <a:lnTo>
                    <a:pt x="6823" y="9061"/>
                  </a:lnTo>
                  <a:lnTo>
                    <a:pt x="4549" y="9061"/>
                  </a:lnTo>
                  <a:lnTo>
                    <a:pt x="4549" y="11347"/>
                  </a:lnTo>
                  <a:lnTo>
                    <a:pt x="2275" y="11347"/>
                  </a:lnTo>
                  <a:lnTo>
                    <a:pt x="2275" y="13609"/>
                  </a:lnTo>
                  <a:lnTo>
                    <a:pt x="1" y="13609"/>
                  </a:lnTo>
                  <a:lnTo>
                    <a:pt x="1" y="15883"/>
                  </a:lnTo>
                  <a:lnTo>
                    <a:pt x="9085" y="15883"/>
                  </a:lnTo>
                  <a:lnTo>
                    <a:pt x="9085" y="24967"/>
                  </a:lnTo>
                  <a:lnTo>
                    <a:pt x="20432" y="24967"/>
                  </a:lnTo>
                  <a:lnTo>
                    <a:pt x="20432" y="15883"/>
                  </a:lnTo>
                  <a:lnTo>
                    <a:pt x="29516" y="15883"/>
                  </a:lnTo>
                  <a:lnTo>
                    <a:pt x="29516" y="13609"/>
                  </a:lnTo>
                  <a:lnTo>
                    <a:pt x="27242" y="13609"/>
                  </a:lnTo>
                  <a:lnTo>
                    <a:pt x="27242" y="11347"/>
                  </a:lnTo>
                  <a:lnTo>
                    <a:pt x="24980" y="11347"/>
                  </a:lnTo>
                  <a:lnTo>
                    <a:pt x="24980" y="9061"/>
                  </a:lnTo>
                  <a:lnTo>
                    <a:pt x="22706" y="9061"/>
                  </a:lnTo>
                  <a:lnTo>
                    <a:pt x="22706" y="6810"/>
                  </a:lnTo>
                  <a:lnTo>
                    <a:pt x="20432" y="6810"/>
                  </a:lnTo>
                  <a:lnTo>
                    <a:pt x="20432" y="4548"/>
                  </a:lnTo>
                  <a:lnTo>
                    <a:pt x="18158" y="4548"/>
                  </a:lnTo>
                  <a:lnTo>
                    <a:pt x="18158" y="2262"/>
                  </a:lnTo>
                  <a:lnTo>
                    <a:pt x="15895" y="2262"/>
                  </a:lnTo>
                  <a:lnTo>
                    <a:pt x="1589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9"/>
            <p:cNvSpPr/>
            <p:nvPr/>
          </p:nvSpPr>
          <p:spPr>
            <a:xfrm>
              <a:off x="4336850" y="164945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0" y="0"/>
                  </a:moveTo>
                  <a:lnTo>
                    <a:pt x="0" y="2262"/>
                  </a:lnTo>
                  <a:lnTo>
                    <a:pt x="2262" y="2262"/>
                  </a:lnTo>
                  <a:lnTo>
                    <a:pt x="226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9"/>
            <p:cNvSpPr/>
            <p:nvPr/>
          </p:nvSpPr>
          <p:spPr>
            <a:xfrm>
              <a:off x="4393700" y="1592875"/>
              <a:ext cx="56575" cy="56600"/>
            </a:xfrm>
            <a:custGeom>
              <a:rect b="b" l="l" r="r" t="t"/>
              <a:pathLst>
                <a:path extrusionOk="0" h="2264" w="2263">
                  <a:moveTo>
                    <a:pt x="0" y="1"/>
                  </a:moveTo>
                  <a:lnTo>
                    <a:pt x="0" y="2263"/>
                  </a:lnTo>
                  <a:lnTo>
                    <a:pt x="2262" y="2263"/>
                  </a:lnTo>
                  <a:lnTo>
                    <a:pt x="226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9"/>
            <p:cNvSpPr/>
            <p:nvPr/>
          </p:nvSpPr>
          <p:spPr>
            <a:xfrm>
              <a:off x="4280275" y="1706300"/>
              <a:ext cx="56600" cy="56575"/>
            </a:xfrm>
            <a:custGeom>
              <a:rect b="b" l="l" r="r" t="t"/>
              <a:pathLst>
                <a:path extrusionOk="0" h="2263" w="2264">
                  <a:moveTo>
                    <a:pt x="1" y="0"/>
                  </a:moveTo>
                  <a:lnTo>
                    <a:pt x="1" y="2262"/>
                  </a:lnTo>
                  <a:lnTo>
                    <a:pt x="2263" y="2262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9"/>
            <p:cNvSpPr/>
            <p:nvPr/>
          </p:nvSpPr>
          <p:spPr>
            <a:xfrm>
              <a:off x="4223425" y="176285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1" y="0"/>
                  </a:moveTo>
                  <a:lnTo>
                    <a:pt x="1" y="2263"/>
                  </a:lnTo>
                  <a:lnTo>
                    <a:pt x="2263" y="2263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9"/>
            <p:cNvSpPr/>
            <p:nvPr/>
          </p:nvSpPr>
          <p:spPr>
            <a:xfrm>
              <a:off x="4166275" y="181970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1" y="0"/>
                  </a:moveTo>
                  <a:lnTo>
                    <a:pt x="1" y="2263"/>
                  </a:lnTo>
                  <a:lnTo>
                    <a:pt x="2263" y="2263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9"/>
            <p:cNvSpPr/>
            <p:nvPr/>
          </p:nvSpPr>
          <p:spPr>
            <a:xfrm>
              <a:off x="4109725" y="187625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1" y="1"/>
                  </a:moveTo>
                  <a:lnTo>
                    <a:pt x="1" y="2263"/>
                  </a:lnTo>
                  <a:lnTo>
                    <a:pt x="2263" y="2263"/>
                  </a:lnTo>
                  <a:lnTo>
                    <a:pt x="226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9"/>
            <p:cNvSpPr/>
            <p:nvPr/>
          </p:nvSpPr>
          <p:spPr>
            <a:xfrm>
              <a:off x="4052875" y="1933100"/>
              <a:ext cx="283700" cy="56575"/>
            </a:xfrm>
            <a:custGeom>
              <a:rect b="b" l="l" r="r" t="t"/>
              <a:pathLst>
                <a:path extrusionOk="0" h="2263" w="11348">
                  <a:moveTo>
                    <a:pt x="1" y="1"/>
                  </a:moveTo>
                  <a:lnTo>
                    <a:pt x="1" y="2263"/>
                  </a:lnTo>
                  <a:lnTo>
                    <a:pt x="11347" y="2263"/>
                  </a:lnTo>
                  <a:lnTo>
                    <a:pt x="1134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9"/>
            <p:cNvSpPr/>
            <p:nvPr/>
          </p:nvSpPr>
          <p:spPr>
            <a:xfrm>
              <a:off x="4279975" y="2160225"/>
              <a:ext cx="283400" cy="56575"/>
            </a:xfrm>
            <a:custGeom>
              <a:rect b="b" l="l" r="r" t="t"/>
              <a:pathLst>
                <a:path extrusionOk="0" h="2263" w="11336">
                  <a:moveTo>
                    <a:pt x="1" y="0"/>
                  </a:moveTo>
                  <a:lnTo>
                    <a:pt x="1" y="2262"/>
                  </a:lnTo>
                  <a:lnTo>
                    <a:pt x="11336" y="2262"/>
                  </a:lnTo>
                  <a:lnTo>
                    <a:pt x="1133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9"/>
            <p:cNvSpPr/>
            <p:nvPr/>
          </p:nvSpPr>
          <p:spPr>
            <a:xfrm>
              <a:off x="4280275" y="1989350"/>
              <a:ext cx="56600" cy="227150"/>
            </a:xfrm>
            <a:custGeom>
              <a:rect b="b" l="l" r="r" t="t"/>
              <a:pathLst>
                <a:path extrusionOk="0" h="9086" w="2264">
                  <a:moveTo>
                    <a:pt x="1" y="1"/>
                  </a:moveTo>
                  <a:lnTo>
                    <a:pt x="1" y="9085"/>
                  </a:lnTo>
                  <a:lnTo>
                    <a:pt x="2263" y="9085"/>
                  </a:lnTo>
                  <a:lnTo>
                    <a:pt x="226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9"/>
            <p:cNvSpPr/>
            <p:nvPr/>
          </p:nvSpPr>
          <p:spPr>
            <a:xfrm>
              <a:off x="4450250" y="164945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0" y="0"/>
                  </a:moveTo>
                  <a:lnTo>
                    <a:pt x="0" y="2262"/>
                  </a:lnTo>
                  <a:lnTo>
                    <a:pt x="2263" y="2262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9"/>
            <p:cNvSpPr/>
            <p:nvPr/>
          </p:nvSpPr>
          <p:spPr>
            <a:xfrm>
              <a:off x="4507100" y="170630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0" y="0"/>
                  </a:moveTo>
                  <a:lnTo>
                    <a:pt x="0" y="2262"/>
                  </a:lnTo>
                  <a:lnTo>
                    <a:pt x="2263" y="2262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9"/>
            <p:cNvSpPr/>
            <p:nvPr/>
          </p:nvSpPr>
          <p:spPr>
            <a:xfrm>
              <a:off x="4563650" y="176285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1" y="0"/>
                  </a:moveTo>
                  <a:lnTo>
                    <a:pt x="1" y="2263"/>
                  </a:lnTo>
                  <a:lnTo>
                    <a:pt x="2263" y="2263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9"/>
            <p:cNvSpPr/>
            <p:nvPr/>
          </p:nvSpPr>
          <p:spPr>
            <a:xfrm>
              <a:off x="4620200" y="181970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1" y="0"/>
                  </a:moveTo>
                  <a:lnTo>
                    <a:pt x="1" y="2263"/>
                  </a:lnTo>
                  <a:lnTo>
                    <a:pt x="2263" y="2263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9"/>
            <p:cNvSpPr/>
            <p:nvPr/>
          </p:nvSpPr>
          <p:spPr>
            <a:xfrm>
              <a:off x="4677050" y="1876250"/>
              <a:ext cx="56600" cy="56575"/>
            </a:xfrm>
            <a:custGeom>
              <a:rect b="b" l="l" r="r" t="t"/>
              <a:pathLst>
                <a:path extrusionOk="0" h="2263" w="2264">
                  <a:moveTo>
                    <a:pt x="1" y="1"/>
                  </a:moveTo>
                  <a:lnTo>
                    <a:pt x="1" y="2263"/>
                  </a:lnTo>
                  <a:lnTo>
                    <a:pt x="2263" y="2263"/>
                  </a:lnTo>
                  <a:lnTo>
                    <a:pt x="226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9"/>
            <p:cNvSpPr/>
            <p:nvPr/>
          </p:nvSpPr>
          <p:spPr>
            <a:xfrm>
              <a:off x="4506800" y="1933100"/>
              <a:ext cx="283400" cy="56575"/>
            </a:xfrm>
            <a:custGeom>
              <a:rect b="b" l="l" r="r" t="t"/>
              <a:pathLst>
                <a:path extrusionOk="0" h="2263" w="11336">
                  <a:moveTo>
                    <a:pt x="1" y="1"/>
                  </a:moveTo>
                  <a:lnTo>
                    <a:pt x="1" y="2263"/>
                  </a:lnTo>
                  <a:lnTo>
                    <a:pt x="11335" y="2263"/>
                  </a:lnTo>
                  <a:lnTo>
                    <a:pt x="1133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9"/>
            <p:cNvSpPr/>
            <p:nvPr/>
          </p:nvSpPr>
          <p:spPr>
            <a:xfrm>
              <a:off x="4507100" y="1989650"/>
              <a:ext cx="56575" cy="227150"/>
            </a:xfrm>
            <a:custGeom>
              <a:rect b="b" l="l" r="r" t="t"/>
              <a:pathLst>
                <a:path extrusionOk="0" h="9086" w="2263">
                  <a:moveTo>
                    <a:pt x="0" y="1"/>
                  </a:moveTo>
                  <a:lnTo>
                    <a:pt x="0" y="9085"/>
                  </a:lnTo>
                  <a:lnTo>
                    <a:pt x="2263" y="9085"/>
                  </a:lnTo>
                  <a:lnTo>
                    <a:pt x="226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0"/>
          <p:cNvSpPr/>
          <p:nvPr>
            <p:ph idx="2" type="pic"/>
          </p:nvPr>
        </p:nvSpPr>
        <p:spPr>
          <a:xfrm>
            <a:off x="0" y="15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57" name="Google Shape;157;p10"/>
          <p:cNvSpPr txBox="1"/>
          <p:nvPr>
            <p:ph type="title"/>
          </p:nvPr>
        </p:nvSpPr>
        <p:spPr>
          <a:xfrm>
            <a:off x="713225" y="484425"/>
            <a:ext cx="7717500" cy="5643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1"/>
          <p:cNvPicPr preferRelativeResize="0"/>
          <p:nvPr/>
        </p:nvPicPr>
        <p:blipFill>
          <a:blip r:embed="rId3">
            <a:alphaModFix amt="52999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62" name="Google Shape;162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cxnSp>
        <p:nvCxnSpPr>
          <p:cNvPr id="163" name="Google Shape;163;p11"/>
          <p:cNvCxnSpPr/>
          <p:nvPr/>
        </p:nvCxnSpPr>
        <p:spPr>
          <a:xfrm>
            <a:off x="652325" y="3580750"/>
            <a:ext cx="0" cy="1573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64" name="Google Shape;164;p11"/>
          <p:cNvGrpSpPr/>
          <p:nvPr/>
        </p:nvGrpSpPr>
        <p:grpSpPr>
          <a:xfrm>
            <a:off x="326449" y="2791143"/>
            <a:ext cx="651756" cy="651514"/>
            <a:chOff x="2814625" y="1652725"/>
            <a:chExt cx="2428300" cy="2427400"/>
          </a:xfrm>
        </p:grpSpPr>
        <p:sp>
          <p:nvSpPr>
            <p:cNvPr id="165" name="Google Shape;165;p11"/>
            <p:cNvSpPr/>
            <p:nvPr/>
          </p:nvSpPr>
          <p:spPr>
            <a:xfrm>
              <a:off x="3161400" y="1995900"/>
              <a:ext cx="173550" cy="173575"/>
            </a:xfrm>
            <a:custGeom>
              <a:rect b="b" l="l" r="r" t="t"/>
              <a:pathLst>
                <a:path extrusionOk="0" h="6943" w="6942">
                  <a:moveTo>
                    <a:pt x="0" y="1"/>
                  </a:moveTo>
                  <a:lnTo>
                    <a:pt x="0" y="6942"/>
                  </a:lnTo>
                  <a:lnTo>
                    <a:pt x="6942" y="6942"/>
                  </a:lnTo>
                  <a:lnTo>
                    <a:pt x="694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1"/>
            <p:cNvSpPr/>
            <p:nvPr/>
          </p:nvSpPr>
          <p:spPr>
            <a:xfrm>
              <a:off x="2988150" y="2169450"/>
              <a:ext cx="173275" cy="346800"/>
            </a:xfrm>
            <a:custGeom>
              <a:rect b="b" l="l" r="r" t="t"/>
              <a:pathLst>
                <a:path extrusionOk="0" h="13872" w="6931">
                  <a:moveTo>
                    <a:pt x="1" y="0"/>
                  </a:moveTo>
                  <a:lnTo>
                    <a:pt x="1" y="6930"/>
                  </a:lnTo>
                  <a:lnTo>
                    <a:pt x="1" y="13871"/>
                  </a:lnTo>
                  <a:lnTo>
                    <a:pt x="6930" y="13871"/>
                  </a:lnTo>
                  <a:lnTo>
                    <a:pt x="6930" y="6930"/>
                  </a:lnTo>
                  <a:lnTo>
                    <a:pt x="69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11"/>
            <p:cNvSpPr/>
            <p:nvPr/>
          </p:nvSpPr>
          <p:spPr>
            <a:xfrm>
              <a:off x="3616500" y="2175100"/>
              <a:ext cx="173875" cy="520325"/>
            </a:xfrm>
            <a:custGeom>
              <a:rect b="b" l="l" r="r" t="t"/>
              <a:pathLst>
                <a:path extrusionOk="0" h="20813" w="6955">
                  <a:moveTo>
                    <a:pt x="1" y="0"/>
                  </a:moveTo>
                  <a:lnTo>
                    <a:pt x="1" y="6942"/>
                  </a:lnTo>
                  <a:lnTo>
                    <a:pt x="1" y="13883"/>
                  </a:lnTo>
                  <a:lnTo>
                    <a:pt x="1" y="20813"/>
                  </a:lnTo>
                  <a:lnTo>
                    <a:pt x="6954" y="20813"/>
                  </a:lnTo>
                  <a:lnTo>
                    <a:pt x="6954" y="13883"/>
                  </a:lnTo>
                  <a:lnTo>
                    <a:pt x="6954" y="6942"/>
                  </a:lnTo>
                  <a:lnTo>
                    <a:pt x="69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1"/>
            <p:cNvSpPr/>
            <p:nvPr/>
          </p:nvSpPr>
          <p:spPr>
            <a:xfrm>
              <a:off x="4230875" y="2175100"/>
              <a:ext cx="173250" cy="520325"/>
            </a:xfrm>
            <a:custGeom>
              <a:rect b="b" l="l" r="r" t="t"/>
              <a:pathLst>
                <a:path extrusionOk="0" h="20813" w="6930">
                  <a:moveTo>
                    <a:pt x="0" y="0"/>
                  </a:moveTo>
                  <a:lnTo>
                    <a:pt x="0" y="6942"/>
                  </a:lnTo>
                  <a:lnTo>
                    <a:pt x="0" y="13883"/>
                  </a:lnTo>
                  <a:lnTo>
                    <a:pt x="0" y="20813"/>
                  </a:lnTo>
                  <a:lnTo>
                    <a:pt x="6930" y="20813"/>
                  </a:lnTo>
                  <a:lnTo>
                    <a:pt x="6930" y="13883"/>
                  </a:lnTo>
                  <a:lnTo>
                    <a:pt x="6930" y="6942"/>
                  </a:lnTo>
                  <a:lnTo>
                    <a:pt x="69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11"/>
            <p:cNvSpPr/>
            <p:nvPr/>
          </p:nvSpPr>
          <p:spPr>
            <a:xfrm>
              <a:off x="2814625" y="2519200"/>
              <a:ext cx="346800" cy="1040625"/>
            </a:xfrm>
            <a:custGeom>
              <a:rect b="b" l="l" r="r" t="t"/>
              <a:pathLst>
                <a:path extrusionOk="0" h="41625" w="13872">
                  <a:moveTo>
                    <a:pt x="1" y="0"/>
                  </a:moveTo>
                  <a:lnTo>
                    <a:pt x="1" y="6930"/>
                  </a:lnTo>
                  <a:lnTo>
                    <a:pt x="1" y="13871"/>
                  </a:lnTo>
                  <a:lnTo>
                    <a:pt x="1" y="20800"/>
                  </a:lnTo>
                  <a:lnTo>
                    <a:pt x="1" y="27742"/>
                  </a:lnTo>
                  <a:lnTo>
                    <a:pt x="6942" y="27742"/>
                  </a:lnTo>
                  <a:lnTo>
                    <a:pt x="6942" y="20800"/>
                  </a:lnTo>
                  <a:lnTo>
                    <a:pt x="6942" y="13871"/>
                  </a:lnTo>
                  <a:lnTo>
                    <a:pt x="6942" y="6930"/>
                  </a:lnTo>
                  <a:lnTo>
                    <a:pt x="6942" y="0"/>
                  </a:lnTo>
                  <a:close/>
                  <a:moveTo>
                    <a:pt x="6942" y="27742"/>
                  </a:moveTo>
                  <a:lnTo>
                    <a:pt x="6942" y="34671"/>
                  </a:lnTo>
                  <a:lnTo>
                    <a:pt x="6942" y="41624"/>
                  </a:lnTo>
                  <a:lnTo>
                    <a:pt x="13871" y="41624"/>
                  </a:lnTo>
                  <a:lnTo>
                    <a:pt x="13871" y="34671"/>
                  </a:lnTo>
                  <a:lnTo>
                    <a:pt x="13871" y="27742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11"/>
            <p:cNvSpPr/>
            <p:nvPr/>
          </p:nvSpPr>
          <p:spPr>
            <a:xfrm>
              <a:off x="3161400" y="3559800"/>
              <a:ext cx="173550" cy="173550"/>
            </a:xfrm>
            <a:custGeom>
              <a:rect b="b" l="l" r="r" t="t"/>
              <a:pathLst>
                <a:path extrusionOk="0" h="6942" w="6942">
                  <a:moveTo>
                    <a:pt x="0" y="0"/>
                  </a:moveTo>
                  <a:lnTo>
                    <a:pt x="0" y="6942"/>
                  </a:lnTo>
                  <a:lnTo>
                    <a:pt x="6942" y="6942"/>
                  </a:lnTo>
                  <a:lnTo>
                    <a:pt x="69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11"/>
            <p:cNvSpPr/>
            <p:nvPr/>
          </p:nvSpPr>
          <p:spPr>
            <a:xfrm>
              <a:off x="3334925" y="3733325"/>
              <a:ext cx="347100" cy="173250"/>
            </a:xfrm>
            <a:custGeom>
              <a:rect b="b" l="l" r="r" t="t"/>
              <a:pathLst>
                <a:path extrusionOk="0" h="6930" w="13884">
                  <a:moveTo>
                    <a:pt x="1" y="1"/>
                  </a:moveTo>
                  <a:lnTo>
                    <a:pt x="1" y="6930"/>
                  </a:lnTo>
                  <a:lnTo>
                    <a:pt x="13883" y="6930"/>
                  </a:lnTo>
                  <a:lnTo>
                    <a:pt x="138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11"/>
            <p:cNvSpPr/>
            <p:nvPr/>
          </p:nvSpPr>
          <p:spPr>
            <a:xfrm>
              <a:off x="4375525" y="3733325"/>
              <a:ext cx="346800" cy="173250"/>
            </a:xfrm>
            <a:custGeom>
              <a:rect b="b" l="l" r="r" t="t"/>
              <a:pathLst>
                <a:path extrusionOk="0" h="6930" w="13872">
                  <a:moveTo>
                    <a:pt x="1" y="1"/>
                  </a:moveTo>
                  <a:lnTo>
                    <a:pt x="1" y="6930"/>
                  </a:lnTo>
                  <a:lnTo>
                    <a:pt x="13872" y="6930"/>
                  </a:lnTo>
                  <a:lnTo>
                    <a:pt x="1387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11"/>
            <p:cNvSpPr/>
            <p:nvPr/>
          </p:nvSpPr>
          <p:spPr>
            <a:xfrm>
              <a:off x="4722300" y="3559800"/>
              <a:ext cx="173275" cy="173550"/>
            </a:xfrm>
            <a:custGeom>
              <a:rect b="b" l="l" r="r" t="t"/>
              <a:pathLst>
                <a:path extrusionOk="0" h="6942" w="6931">
                  <a:moveTo>
                    <a:pt x="1" y="0"/>
                  </a:moveTo>
                  <a:lnTo>
                    <a:pt x="1" y="6942"/>
                  </a:lnTo>
                  <a:lnTo>
                    <a:pt x="6930" y="6942"/>
                  </a:lnTo>
                  <a:lnTo>
                    <a:pt x="69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11"/>
            <p:cNvSpPr/>
            <p:nvPr/>
          </p:nvSpPr>
          <p:spPr>
            <a:xfrm>
              <a:off x="4895850" y="3212725"/>
              <a:ext cx="173550" cy="347100"/>
            </a:xfrm>
            <a:custGeom>
              <a:rect b="b" l="l" r="r" t="t"/>
              <a:pathLst>
                <a:path extrusionOk="0" h="13884" w="6942">
                  <a:moveTo>
                    <a:pt x="0" y="1"/>
                  </a:moveTo>
                  <a:lnTo>
                    <a:pt x="0" y="6954"/>
                  </a:lnTo>
                  <a:lnTo>
                    <a:pt x="0" y="13883"/>
                  </a:lnTo>
                  <a:lnTo>
                    <a:pt x="6941" y="13883"/>
                  </a:lnTo>
                  <a:lnTo>
                    <a:pt x="6941" y="6954"/>
                  </a:lnTo>
                  <a:lnTo>
                    <a:pt x="694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11"/>
            <p:cNvSpPr/>
            <p:nvPr/>
          </p:nvSpPr>
          <p:spPr>
            <a:xfrm>
              <a:off x="5069375" y="2519200"/>
              <a:ext cx="173550" cy="693550"/>
            </a:xfrm>
            <a:custGeom>
              <a:rect b="b" l="l" r="r" t="t"/>
              <a:pathLst>
                <a:path extrusionOk="0" h="27742" w="6942">
                  <a:moveTo>
                    <a:pt x="0" y="0"/>
                  </a:moveTo>
                  <a:lnTo>
                    <a:pt x="0" y="6930"/>
                  </a:lnTo>
                  <a:lnTo>
                    <a:pt x="0" y="13871"/>
                  </a:lnTo>
                  <a:lnTo>
                    <a:pt x="0" y="20800"/>
                  </a:lnTo>
                  <a:lnTo>
                    <a:pt x="0" y="27742"/>
                  </a:lnTo>
                  <a:lnTo>
                    <a:pt x="6942" y="27742"/>
                  </a:lnTo>
                  <a:lnTo>
                    <a:pt x="6942" y="20800"/>
                  </a:lnTo>
                  <a:lnTo>
                    <a:pt x="6942" y="13871"/>
                  </a:lnTo>
                  <a:lnTo>
                    <a:pt x="6942" y="6930"/>
                  </a:lnTo>
                  <a:lnTo>
                    <a:pt x="69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11"/>
            <p:cNvSpPr/>
            <p:nvPr/>
          </p:nvSpPr>
          <p:spPr>
            <a:xfrm>
              <a:off x="4895850" y="2172425"/>
              <a:ext cx="173550" cy="346800"/>
            </a:xfrm>
            <a:custGeom>
              <a:rect b="b" l="l" r="r" t="t"/>
              <a:pathLst>
                <a:path extrusionOk="0" h="13872" w="6942">
                  <a:moveTo>
                    <a:pt x="0" y="0"/>
                  </a:moveTo>
                  <a:lnTo>
                    <a:pt x="0" y="6930"/>
                  </a:lnTo>
                  <a:lnTo>
                    <a:pt x="0" y="13871"/>
                  </a:lnTo>
                  <a:lnTo>
                    <a:pt x="6941" y="13871"/>
                  </a:lnTo>
                  <a:lnTo>
                    <a:pt x="6941" y="6930"/>
                  </a:lnTo>
                  <a:lnTo>
                    <a:pt x="69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11"/>
            <p:cNvSpPr/>
            <p:nvPr/>
          </p:nvSpPr>
          <p:spPr>
            <a:xfrm>
              <a:off x="4722300" y="1998875"/>
              <a:ext cx="173275" cy="173575"/>
            </a:xfrm>
            <a:custGeom>
              <a:rect b="b" l="l" r="r" t="t"/>
              <a:pathLst>
                <a:path extrusionOk="0" h="6943" w="6931">
                  <a:moveTo>
                    <a:pt x="1" y="1"/>
                  </a:moveTo>
                  <a:lnTo>
                    <a:pt x="1" y="6942"/>
                  </a:lnTo>
                  <a:lnTo>
                    <a:pt x="6930" y="6942"/>
                  </a:lnTo>
                  <a:lnTo>
                    <a:pt x="693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11"/>
            <p:cNvSpPr/>
            <p:nvPr/>
          </p:nvSpPr>
          <p:spPr>
            <a:xfrm>
              <a:off x="3334925" y="1652725"/>
              <a:ext cx="1387400" cy="346175"/>
            </a:xfrm>
            <a:custGeom>
              <a:rect b="b" l="l" r="r" t="t"/>
              <a:pathLst>
                <a:path extrusionOk="0" h="13847" w="55496">
                  <a:moveTo>
                    <a:pt x="6954" y="0"/>
                  </a:moveTo>
                  <a:lnTo>
                    <a:pt x="6954" y="6799"/>
                  </a:lnTo>
                  <a:lnTo>
                    <a:pt x="1" y="6799"/>
                  </a:lnTo>
                  <a:lnTo>
                    <a:pt x="1" y="13728"/>
                  </a:lnTo>
                  <a:lnTo>
                    <a:pt x="6954" y="13728"/>
                  </a:lnTo>
                  <a:lnTo>
                    <a:pt x="6954" y="6929"/>
                  </a:lnTo>
                  <a:lnTo>
                    <a:pt x="48554" y="6929"/>
                  </a:lnTo>
                  <a:lnTo>
                    <a:pt x="48554" y="13847"/>
                  </a:lnTo>
                  <a:lnTo>
                    <a:pt x="55496" y="13847"/>
                  </a:lnTo>
                  <a:lnTo>
                    <a:pt x="55496" y="6918"/>
                  </a:lnTo>
                  <a:lnTo>
                    <a:pt x="48554" y="6918"/>
                  </a:lnTo>
                  <a:lnTo>
                    <a:pt x="485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11"/>
            <p:cNvSpPr/>
            <p:nvPr/>
          </p:nvSpPr>
          <p:spPr>
            <a:xfrm>
              <a:off x="3682000" y="3906550"/>
              <a:ext cx="693550" cy="173575"/>
            </a:xfrm>
            <a:custGeom>
              <a:rect b="b" l="l" r="r" t="t"/>
              <a:pathLst>
                <a:path extrusionOk="0" h="6943" w="27742">
                  <a:moveTo>
                    <a:pt x="0" y="1"/>
                  </a:moveTo>
                  <a:lnTo>
                    <a:pt x="0" y="6942"/>
                  </a:lnTo>
                  <a:lnTo>
                    <a:pt x="27742" y="6942"/>
                  </a:lnTo>
                  <a:lnTo>
                    <a:pt x="2774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11"/>
            <p:cNvSpPr/>
            <p:nvPr/>
          </p:nvSpPr>
          <p:spPr>
            <a:xfrm>
              <a:off x="3682000" y="3186225"/>
              <a:ext cx="693550" cy="173575"/>
            </a:xfrm>
            <a:custGeom>
              <a:rect b="b" l="l" r="r" t="t"/>
              <a:pathLst>
                <a:path extrusionOk="0" h="6943" w="27742">
                  <a:moveTo>
                    <a:pt x="0" y="1"/>
                  </a:moveTo>
                  <a:lnTo>
                    <a:pt x="0" y="6942"/>
                  </a:lnTo>
                  <a:lnTo>
                    <a:pt x="27742" y="6942"/>
                  </a:lnTo>
                  <a:lnTo>
                    <a:pt x="2774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11"/>
            <p:cNvSpPr/>
            <p:nvPr/>
          </p:nvSpPr>
          <p:spPr>
            <a:xfrm>
              <a:off x="4375525" y="3013000"/>
              <a:ext cx="173275" cy="173250"/>
            </a:xfrm>
            <a:custGeom>
              <a:rect b="b" l="l" r="r" t="t"/>
              <a:pathLst>
                <a:path extrusionOk="0" h="6930" w="6931">
                  <a:moveTo>
                    <a:pt x="1" y="1"/>
                  </a:moveTo>
                  <a:lnTo>
                    <a:pt x="1" y="6930"/>
                  </a:lnTo>
                  <a:lnTo>
                    <a:pt x="6930" y="6930"/>
                  </a:lnTo>
                  <a:lnTo>
                    <a:pt x="693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11"/>
            <p:cNvSpPr/>
            <p:nvPr/>
          </p:nvSpPr>
          <p:spPr>
            <a:xfrm>
              <a:off x="3508750" y="3013000"/>
              <a:ext cx="173275" cy="173250"/>
            </a:xfrm>
            <a:custGeom>
              <a:rect b="b" l="l" r="r" t="t"/>
              <a:pathLst>
                <a:path extrusionOk="0" h="6930" w="6931">
                  <a:moveTo>
                    <a:pt x="1" y="1"/>
                  </a:moveTo>
                  <a:lnTo>
                    <a:pt x="1" y="6930"/>
                  </a:lnTo>
                  <a:lnTo>
                    <a:pt x="6930" y="6930"/>
                  </a:lnTo>
                  <a:lnTo>
                    <a:pt x="693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3" name="Google Shape;183;p11"/>
          <p:cNvGrpSpPr/>
          <p:nvPr/>
        </p:nvGrpSpPr>
        <p:grpSpPr>
          <a:xfrm>
            <a:off x="8399750" y="-375"/>
            <a:ext cx="238275" cy="1224437"/>
            <a:chOff x="474950" y="-375"/>
            <a:chExt cx="238275" cy="940500"/>
          </a:xfrm>
        </p:grpSpPr>
        <p:cxnSp>
          <p:nvCxnSpPr>
            <p:cNvPr id="184" name="Google Shape;184;p11"/>
            <p:cNvCxnSpPr/>
            <p:nvPr/>
          </p:nvCxnSpPr>
          <p:spPr>
            <a:xfrm>
              <a:off x="474950" y="-375"/>
              <a:ext cx="0" cy="9405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5" name="Google Shape;185;p11"/>
            <p:cNvCxnSpPr/>
            <p:nvPr/>
          </p:nvCxnSpPr>
          <p:spPr>
            <a:xfrm>
              <a:off x="713225" y="-375"/>
              <a:ext cx="0" cy="40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86" name="Google Shape;186;p11"/>
          <p:cNvSpPr/>
          <p:nvPr/>
        </p:nvSpPr>
        <p:spPr>
          <a:xfrm>
            <a:off x="8097025" y="1289924"/>
            <a:ext cx="609257" cy="554057"/>
          </a:xfrm>
          <a:custGeom>
            <a:rect b="b" l="l" r="r" t="t"/>
            <a:pathLst>
              <a:path extrusionOk="0" h="42538" w="46767">
                <a:moveTo>
                  <a:pt x="8494" y="1"/>
                </a:moveTo>
                <a:lnTo>
                  <a:pt x="8494" y="4247"/>
                </a:lnTo>
                <a:lnTo>
                  <a:pt x="4230" y="4247"/>
                </a:lnTo>
                <a:lnTo>
                  <a:pt x="4230" y="8512"/>
                </a:lnTo>
                <a:lnTo>
                  <a:pt x="1" y="8512"/>
                </a:lnTo>
                <a:lnTo>
                  <a:pt x="1" y="12758"/>
                </a:lnTo>
                <a:lnTo>
                  <a:pt x="1" y="17022"/>
                </a:lnTo>
                <a:lnTo>
                  <a:pt x="1" y="21269"/>
                </a:lnTo>
                <a:lnTo>
                  <a:pt x="4230" y="21269"/>
                </a:lnTo>
                <a:lnTo>
                  <a:pt x="4230" y="25516"/>
                </a:lnTo>
                <a:lnTo>
                  <a:pt x="8494" y="25516"/>
                </a:lnTo>
                <a:lnTo>
                  <a:pt x="8494" y="29780"/>
                </a:lnTo>
                <a:lnTo>
                  <a:pt x="12758" y="29780"/>
                </a:lnTo>
                <a:lnTo>
                  <a:pt x="12758" y="34027"/>
                </a:lnTo>
                <a:lnTo>
                  <a:pt x="16987" y="34027"/>
                </a:lnTo>
                <a:lnTo>
                  <a:pt x="16987" y="38273"/>
                </a:lnTo>
                <a:lnTo>
                  <a:pt x="21252" y="38273"/>
                </a:lnTo>
                <a:lnTo>
                  <a:pt x="21252" y="42537"/>
                </a:lnTo>
                <a:lnTo>
                  <a:pt x="25516" y="42537"/>
                </a:lnTo>
                <a:lnTo>
                  <a:pt x="25516" y="38273"/>
                </a:lnTo>
                <a:lnTo>
                  <a:pt x="29745" y="38273"/>
                </a:lnTo>
                <a:lnTo>
                  <a:pt x="29745" y="34027"/>
                </a:lnTo>
                <a:lnTo>
                  <a:pt x="34009" y="34027"/>
                </a:lnTo>
                <a:lnTo>
                  <a:pt x="34009" y="29780"/>
                </a:lnTo>
                <a:lnTo>
                  <a:pt x="38273" y="29780"/>
                </a:lnTo>
                <a:lnTo>
                  <a:pt x="38273" y="25516"/>
                </a:lnTo>
                <a:lnTo>
                  <a:pt x="42520" y="25516"/>
                </a:lnTo>
                <a:lnTo>
                  <a:pt x="42520" y="21269"/>
                </a:lnTo>
                <a:lnTo>
                  <a:pt x="46767" y="21269"/>
                </a:lnTo>
                <a:lnTo>
                  <a:pt x="46767" y="17022"/>
                </a:lnTo>
                <a:lnTo>
                  <a:pt x="46767" y="12758"/>
                </a:lnTo>
                <a:lnTo>
                  <a:pt x="46767" y="8512"/>
                </a:lnTo>
                <a:lnTo>
                  <a:pt x="42520" y="8512"/>
                </a:lnTo>
                <a:lnTo>
                  <a:pt x="42520" y="4247"/>
                </a:lnTo>
                <a:lnTo>
                  <a:pt x="38273" y="4247"/>
                </a:lnTo>
                <a:lnTo>
                  <a:pt x="38273" y="1"/>
                </a:lnTo>
                <a:lnTo>
                  <a:pt x="29745" y="1"/>
                </a:lnTo>
                <a:lnTo>
                  <a:pt x="29745" y="4247"/>
                </a:lnTo>
                <a:lnTo>
                  <a:pt x="25516" y="4247"/>
                </a:lnTo>
                <a:lnTo>
                  <a:pt x="25516" y="8512"/>
                </a:lnTo>
                <a:lnTo>
                  <a:pt x="21252" y="8512"/>
                </a:lnTo>
                <a:lnTo>
                  <a:pt x="21252" y="4247"/>
                </a:lnTo>
                <a:lnTo>
                  <a:pt x="16987" y="4247"/>
                </a:lnTo>
                <a:lnTo>
                  <a:pt x="1698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3"/>
          <p:cNvPicPr preferRelativeResize="0"/>
          <p:nvPr/>
        </p:nvPicPr>
        <p:blipFill>
          <a:blip r:embed="rId3">
            <a:alphaModFix amt="52999"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3"/>
          <p:cNvSpPr txBox="1"/>
          <p:nvPr>
            <p:ph type="title"/>
          </p:nvPr>
        </p:nvSpPr>
        <p:spPr>
          <a:xfrm>
            <a:off x="713225" y="484425"/>
            <a:ext cx="77175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192" name="Google Shape;192;p13"/>
          <p:cNvSpPr txBox="1"/>
          <p:nvPr>
            <p:ph hasCustomPrompt="1" idx="2" type="title"/>
          </p:nvPr>
        </p:nvSpPr>
        <p:spPr>
          <a:xfrm>
            <a:off x="2083563" y="1373650"/>
            <a:ext cx="10371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3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93" name="Google Shape;193;p13"/>
          <p:cNvSpPr txBox="1"/>
          <p:nvPr>
            <p:ph idx="1" type="subTitle"/>
          </p:nvPr>
        </p:nvSpPr>
        <p:spPr>
          <a:xfrm>
            <a:off x="3044637" y="1373650"/>
            <a:ext cx="4015800" cy="4476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1700"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9pPr>
          </a:lstStyle>
          <a:p/>
        </p:txBody>
      </p:sp>
      <p:sp>
        <p:nvSpPr>
          <p:cNvPr id="194" name="Google Shape;194;p13"/>
          <p:cNvSpPr txBox="1"/>
          <p:nvPr>
            <p:ph hasCustomPrompt="1" idx="3" type="title"/>
          </p:nvPr>
        </p:nvSpPr>
        <p:spPr>
          <a:xfrm>
            <a:off x="2083563" y="1897450"/>
            <a:ext cx="10371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3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95" name="Google Shape;195;p13"/>
          <p:cNvSpPr txBox="1"/>
          <p:nvPr>
            <p:ph idx="4" type="subTitle"/>
          </p:nvPr>
        </p:nvSpPr>
        <p:spPr>
          <a:xfrm>
            <a:off x="3044637" y="1897450"/>
            <a:ext cx="4015800" cy="4476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1700"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9pPr>
          </a:lstStyle>
          <a:p/>
        </p:txBody>
      </p:sp>
      <p:sp>
        <p:nvSpPr>
          <p:cNvPr id="196" name="Google Shape;196;p13"/>
          <p:cNvSpPr txBox="1"/>
          <p:nvPr>
            <p:ph hasCustomPrompt="1" idx="5" type="title"/>
          </p:nvPr>
        </p:nvSpPr>
        <p:spPr>
          <a:xfrm>
            <a:off x="2083563" y="2421250"/>
            <a:ext cx="10371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3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97" name="Google Shape;197;p13"/>
          <p:cNvSpPr txBox="1"/>
          <p:nvPr>
            <p:ph idx="6" type="subTitle"/>
          </p:nvPr>
        </p:nvSpPr>
        <p:spPr>
          <a:xfrm>
            <a:off x="3044637" y="2421250"/>
            <a:ext cx="4015800" cy="4476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1700"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9pPr>
          </a:lstStyle>
          <a:p/>
        </p:txBody>
      </p:sp>
      <p:sp>
        <p:nvSpPr>
          <p:cNvPr id="198" name="Google Shape;198;p13"/>
          <p:cNvSpPr txBox="1"/>
          <p:nvPr>
            <p:ph hasCustomPrompt="1" idx="7" type="title"/>
          </p:nvPr>
        </p:nvSpPr>
        <p:spPr>
          <a:xfrm>
            <a:off x="2083563" y="2945050"/>
            <a:ext cx="10371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3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99" name="Google Shape;199;p13"/>
          <p:cNvSpPr txBox="1"/>
          <p:nvPr>
            <p:ph idx="8" type="subTitle"/>
          </p:nvPr>
        </p:nvSpPr>
        <p:spPr>
          <a:xfrm>
            <a:off x="3044637" y="2945050"/>
            <a:ext cx="4015800" cy="4476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1700"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9pPr>
          </a:lstStyle>
          <a:p/>
        </p:txBody>
      </p:sp>
      <p:sp>
        <p:nvSpPr>
          <p:cNvPr id="200" name="Google Shape;200;p13"/>
          <p:cNvSpPr txBox="1"/>
          <p:nvPr>
            <p:ph hasCustomPrompt="1" idx="9" type="title"/>
          </p:nvPr>
        </p:nvSpPr>
        <p:spPr>
          <a:xfrm>
            <a:off x="2083563" y="3468850"/>
            <a:ext cx="10371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3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01" name="Google Shape;201;p13"/>
          <p:cNvSpPr txBox="1"/>
          <p:nvPr>
            <p:ph idx="13" type="subTitle"/>
          </p:nvPr>
        </p:nvSpPr>
        <p:spPr>
          <a:xfrm>
            <a:off x="3044637" y="3468850"/>
            <a:ext cx="4015800" cy="4476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1700"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9pPr>
          </a:lstStyle>
          <a:p/>
        </p:txBody>
      </p:sp>
      <p:sp>
        <p:nvSpPr>
          <p:cNvPr id="202" name="Google Shape;202;p13"/>
          <p:cNvSpPr txBox="1"/>
          <p:nvPr>
            <p:ph hasCustomPrompt="1" idx="14" type="title"/>
          </p:nvPr>
        </p:nvSpPr>
        <p:spPr>
          <a:xfrm>
            <a:off x="2083563" y="3992650"/>
            <a:ext cx="10371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3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03" name="Google Shape;203;p13"/>
          <p:cNvSpPr txBox="1"/>
          <p:nvPr>
            <p:ph idx="15" type="subTitle"/>
          </p:nvPr>
        </p:nvSpPr>
        <p:spPr>
          <a:xfrm>
            <a:off x="3044637" y="3992650"/>
            <a:ext cx="4015800" cy="4476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1700"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9pPr>
          </a:lstStyle>
          <a:p/>
        </p:txBody>
      </p:sp>
      <p:grpSp>
        <p:nvGrpSpPr>
          <p:cNvPr id="204" name="Google Shape;204;p13"/>
          <p:cNvGrpSpPr/>
          <p:nvPr/>
        </p:nvGrpSpPr>
        <p:grpSpPr>
          <a:xfrm flipH="1">
            <a:off x="8246114" y="1048720"/>
            <a:ext cx="369304" cy="554077"/>
            <a:chOff x="3119125" y="3168075"/>
            <a:chExt cx="419425" cy="629275"/>
          </a:xfrm>
        </p:grpSpPr>
        <p:sp>
          <p:nvSpPr>
            <p:cNvPr id="205" name="Google Shape;205;p13"/>
            <p:cNvSpPr/>
            <p:nvPr/>
          </p:nvSpPr>
          <p:spPr>
            <a:xfrm>
              <a:off x="3119125" y="3168075"/>
              <a:ext cx="419425" cy="629275"/>
            </a:xfrm>
            <a:custGeom>
              <a:rect b="b" l="l" r="r" t="t"/>
              <a:pathLst>
                <a:path extrusionOk="0" h="25171" w="16777">
                  <a:moveTo>
                    <a:pt x="2799" y="1"/>
                  </a:moveTo>
                  <a:lnTo>
                    <a:pt x="2799" y="2799"/>
                  </a:lnTo>
                  <a:lnTo>
                    <a:pt x="1" y="2799"/>
                  </a:lnTo>
                  <a:lnTo>
                    <a:pt x="1" y="22372"/>
                  </a:lnTo>
                  <a:lnTo>
                    <a:pt x="2799" y="22372"/>
                  </a:lnTo>
                  <a:lnTo>
                    <a:pt x="2799" y="25170"/>
                  </a:lnTo>
                  <a:lnTo>
                    <a:pt x="5597" y="25170"/>
                  </a:lnTo>
                  <a:lnTo>
                    <a:pt x="5597" y="22372"/>
                  </a:lnTo>
                  <a:lnTo>
                    <a:pt x="8395" y="22372"/>
                  </a:lnTo>
                  <a:lnTo>
                    <a:pt x="8395" y="19574"/>
                  </a:lnTo>
                  <a:lnTo>
                    <a:pt x="11181" y="19574"/>
                  </a:lnTo>
                  <a:lnTo>
                    <a:pt x="11181" y="16777"/>
                  </a:lnTo>
                  <a:lnTo>
                    <a:pt x="13979" y="16777"/>
                  </a:lnTo>
                  <a:lnTo>
                    <a:pt x="13979" y="13979"/>
                  </a:lnTo>
                  <a:lnTo>
                    <a:pt x="16777" y="13979"/>
                  </a:lnTo>
                  <a:lnTo>
                    <a:pt x="16777" y="11193"/>
                  </a:lnTo>
                  <a:lnTo>
                    <a:pt x="13979" y="11193"/>
                  </a:lnTo>
                  <a:lnTo>
                    <a:pt x="13979" y="8395"/>
                  </a:lnTo>
                  <a:lnTo>
                    <a:pt x="11181" y="8395"/>
                  </a:lnTo>
                  <a:lnTo>
                    <a:pt x="11181" y="5597"/>
                  </a:lnTo>
                  <a:lnTo>
                    <a:pt x="8395" y="5597"/>
                  </a:lnTo>
                  <a:lnTo>
                    <a:pt x="8395" y="2799"/>
                  </a:lnTo>
                  <a:lnTo>
                    <a:pt x="5597" y="2799"/>
                  </a:lnTo>
                  <a:lnTo>
                    <a:pt x="559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13"/>
            <p:cNvSpPr/>
            <p:nvPr/>
          </p:nvSpPr>
          <p:spPr>
            <a:xfrm>
              <a:off x="3468575" y="34478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8"/>
                  </a:lnTo>
                  <a:lnTo>
                    <a:pt x="2799" y="2798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13"/>
            <p:cNvSpPr/>
            <p:nvPr/>
          </p:nvSpPr>
          <p:spPr>
            <a:xfrm>
              <a:off x="3398625" y="337792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9" y="2799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13"/>
            <p:cNvSpPr/>
            <p:nvPr/>
          </p:nvSpPr>
          <p:spPr>
            <a:xfrm>
              <a:off x="3398625" y="351722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9" y="2799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13"/>
            <p:cNvSpPr/>
            <p:nvPr/>
          </p:nvSpPr>
          <p:spPr>
            <a:xfrm>
              <a:off x="3328975" y="35871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8" y="2799"/>
                  </a:lnTo>
                  <a:lnTo>
                    <a:pt x="279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13"/>
            <p:cNvSpPr/>
            <p:nvPr/>
          </p:nvSpPr>
          <p:spPr>
            <a:xfrm>
              <a:off x="3259025" y="365742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0"/>
                  </a:moveTo>
                  <a:lnTo>
                    <a:pt x="1" y="2798"/>
                  </a:lnTo>
                  <a:lnTo>
                    <a:pt x="2799" y="2798"/>
                  </a:lnTo>
                  <a:lnTo>
                    <a:pt x="279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13"/>
            <p:cNvSpPr/>
            <p:nvPr/>
          </p:nvSpPr>
          <p:spPr>
            <a:xfrm>
              <a:off x="3328975" y="33079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8" y="2799"/>
                  </a:lnTo>
                  <a:lnTo>
                    <a:pt x="279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13"/>
            <p:cNvSpPr/>
            <p:nvPr/>
          </p:nvSpPr>
          <p:spPr>
            <a:xfrm>
              <a:off x="3259025" y="323802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9" y="2799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13"/>
            <p:cNvSpPr/>
            <p:nvPr/>
          </p:nvSpPr>
          <p:spPr>
            <a:xfrm>
              <a:off x="3189075" y="31680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9" y="2799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13"/>
            <p:cNvSpPr/>
            <p:nvPr/>
          </p:nvSpPr>
          <p:spPr>
            <a:xfrm>
              <a:off x="3189075" y="37273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0"/>
                  </a:moveTo>
                  <a:lnTo>
                    <a:pt x="1" y="2798"/>
                  </a:lnTo>
                  <a:lnTo>
                    <a:pt x="2799" y="2798"/>
                  </a:lnTo>
                  <a:lnTo>
                    <a:pt x="279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13"/>
            <p:cNvSpPr/>
            <p:nvPr/>
          </p:nvSpPr>
          <p:spPr>
            <a:xfrm>
              <a:off x="3119125" y="3238025"/>
              <a:ext cx="69975" cy="489375"/>
            </a:xfrm>
            <a:custGeom>
              <a:rect b="b" l="l" r="r" t="t"/>
              <a:pathLst>
                <a:path extrusionOk="0" h="19575" w="2799">
                  <a:moveTo>
                    <a:pt x="1" y="1"/>
                  </a:moveTo>
                  <a:lnTo>
                    <a:pt x="1" y="19574"/>
                  </a:lnTo>
                  <a:lnTo>
                    <a:pt x="2799" y="19574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216" name="Google Shape;216;p13"/>
          <p:cNvCxnSpPr/>
          <p:nvPr/>
        </p:nvCxnSpPr>
        <p:spPr>
          <a:xfrm>
            <a:off x="8735850" y="0"/>
            <a:ext cx="0" cy="1573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4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14"/>
          <p:cNvPicPr preferRelativeResize="0"/>
          <p:nvPr/>
        </p:nvPicPr>
        <p:blipFill>
          <a:blip r:embed="rId3">
            <a:alphaModFix amt="52999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4"/>
          <p:cNvSpPr txBox="1"/>
          <p:nvPr>
            <p:ph type="title"/>
          </p:nvPr>
        </p:nvSpPr>
        <p:spPr>
          <a:xfrm>
            <a:off x="1874563" y="2990325"/>
            <a:ext cx="5394900" cy="5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21" name="Google Shape;221;p14"/>
          <p:cNvSpPr txBox="1"/>
          <p:nvPr>
            <p:ph idx="1" type="subTitle"/>
          </p:nvPr>
        </p:nvSpPr>
        <p:spPr>
          <a:xfrm>
            <a:off x="1874538" y="1614975"/>
            <a:ext cx="5394900" cy="1299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3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grpSp>
        <p:nvGrpSpPr>
          <p:cNvPr id="222" name="Google Shape;222;p14"/>
          <p:cNvGrpSpPr/>
          <p:nvPr/>
        </p:nvGrpSpPr>
        <p:grpSpPr>
          <a:xfrm>
            <a:off x="673450" y="-375"/>
            <a:ext cx="238275" cy="1216255"/>
            <a:chOff x="474950" y="-375"/>
            <a:chExt cx="238275" cy="940500"/>
          </a:xfrm>
        </p:grpSpPr>
        <p:cxnSp>
          <p:nvCxnSpPr>
            <p:cNvPr id="223" name="Google Shape;223;p14"/>
            <p:cNvCxnSpPr/>
            <p:nvPr/>
          </p:nvCxnSpPr>
          <p:spPr>
            <a:xfrm>
              <a:off x="474950" y="-375"/>
              <a:ext cx="0" cy="9405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4" name="Google Shape;224;p14"/>
            <p:cNvCxnSpPr/>
            <p:nvPr/>
          </p:nvCxnSpPr>
          <p:spPr>
            <a:xfrm>
              <a:off x="713225" y="-375"/>
              <a:ext cx="0" cy="40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25" name="Google Shape;225;p14"/>
          <p:cNvGrpSpPr/>
          <p:nvPr/>
        </p:nvGrpSpPr>
        <p:grpSpPr>
          <a:xfrm rot="10800000">
            <a:off x="8268400" y="3919075"/>
            <a:ext cx="238275" cy="1224437"/>
            <a:chOff x="474950" y="-375"/>
            <a:chExt cx="238275" cy="940500"/>
          </a:xfrm>
        </p:grpSpPr>
        <p:cxnSp>
          <p:nvCxnSpPr>
            <p:cNvPr id="226" name="Google Shape;226;p14"/>
            <p:cNvCxnSpPr/>
            <p:nvPr/>
          </p:nvCxnSpPr>
          <p:spPr>
            <a:xfrm>
              <a:off x="474950" y="-375"/>
              <a:ext cx="0" cy="9405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7" name="Google Shape;227;p14"/>
            <p:cNvCxnSpPr/>
            <p:nvPr/>
          </p:nvCxnSpPr>
          <p:spPr>
            <a:xfrm>
              <a:off x="713225" y="-375"/>
              <a:ext cx="0" cy="40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228" name="Google Shape;228;p14"/>
          <p:cNvCxnSpPr/>
          <p:nvPr/>
        </p:nvCxnSpPr>
        <p:spPr>
          <a:xfrm>
            <a:off x="4572000" y="-12850"/>
            <a:ext cx="0" cy="497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29" name="Google Shape;229;p14"/>
          <p:cNvGrpSpPr/>
          <p:nvPr/>
        </p:nvGrpSpPr>
        <p:grpSpPr>
          <a:xfrm flipH="1" rot="10800000">
            <a:off x="443621" y="1311601"/>
            <a:ext cx="455742" cy="385444"/>
            <a:chOff x="4052875" y="1592600"/>
            <a:chExt cx="737925" cy="624200"/>
          </a:xfrm>
        </p:grpSpPr>
        <p:sp>
          <p:nvSpPr>
            <p:cNvPr id="230" name="Google Shape;230;p14"/>
            <p:cNvSpPr/>
            <p:nvPr/>
          </p:nvSpPr>
          <p:spPr>
            <a:xfrm>
              <a:off x="4052875" y="1592600"/>
              <a:ext cx="737925" cy="624200"/>
            </a:xfrm>
            <a:custGeom>
              <a:rect b="b" l="l" r="r" t="t"/>
              <a:pathLst>
                <a:path extrusionOk="0" h="24968" w="29517">
                  <a:moveTo>
                    <a:pt x="13621" y="0"/>
                  </a:moveTo>
                  <a:lnTo>
                    <a:pt x="13621" y="2262"/>
                  </a:lnTo>
                  <a:lnTo>
                    <a:pt x="11359" y="2262"/>
                  </a:lnTo>
                  <a:lnTo>
                    <a:pt x="11359" y="4548"/>
                  </a:lnTo>
                  <a:lnTo>
                    <a:pt x="9085" y="4548"/>
                  </a:lnTo>
                  <a:lnTo>
                    <a:pt x="9085" y="6810"/>
                  </a:lnTo>
                  <a:lnTo>
                    <a:pt x="6823" y="6810"/>
                  </a:lnTo>
                  <a:lnTo>
                    <a:pt x="6823" y="9061"/>
                  </a:lnTo>
                  <a:lnTo>
                    <a:pt x="4549" y="9061"/>
                  </a:lnTo>
                  <a:lnTo>
                    <a:pt x="4549" y="11347"/>
                  </a:lnTo>
                  <a:lnTo>
                    <a:pt x="2275" y="11347"/>
                  </a:lnTo>
                  <a:lnTo>
                    <a:pt x="2275" y="13609"/>
                  </a:lnTo>
                  <a:lnTo>
                    <a:pt x="1" y="13609"/>
                  </a:lnTo>
                  <a:lnTo>
                    <a:pt x="1" y="15883"/>
                  </a:lnTo>
                  <a:lnTo>
                    <a:pt x="9085" y="15883"/>
                  </a:lnTo>
                  <a:lnTo>
                    <a:pt x="9085" y="24967"/>
                  </a:lnTo>
                  <a:lnTo>
                    <a:pt x="20432" y="24967"/>
                  </a:lnTo>
                  <a:lnTo>
                    <a:pt x="20432" y="15883"/>
                  </a:lnTo>
                  <a:lnTo>
                    <a:pt x="29516" y="15883"/>
                  </a:lnTo>
                  <a:lnTo>
                    <a:pt x="29516" y="13609"/>
                  </a:lnTo>
                  <a:lnTo>
                    <a:pt x="27242" y="13609"/>
                  </a:lnTo>
                  <a:lnTo>
                    <a:pt x="27242" y="11347"/>
                  </a:lnTo>
                  <a:lnTo>
                    <a:pt x="24980" y="11347"/>
                  </a:lnTo>
                  <a:lnTo>
                    <a:pt x="24980" y="9061"/>
                  </a:lnTo>
                  <a:lnTo>
                    <a:pt x="22706" y="9061"/>
                  </a:lnTo>
                  <a:lnTo>
                    <a:pt x="22706" y="6810"/>
                  </a:lnTo>
                  <a:lnTo>
                    <a:pt x="20432" y="6810"/>
                  </a:lnTo>
                  <a:lnTo>
                    <a:pt x="20432" y="4548"/>
                  </a:lnTo>
                  <a:lnTo>
                    <a:pt x="18158" y="4548"/>
                  </a:lnTo>
                  <a:lnTo>
                    <a:pt x="18158" y="2262"/>
                  </a:lnTo>
                  <a:lnTo>
                    <a:pt x="15895" y="2262"/>
                  </a:lnTo>
                  <a:lnTo>
                    <a:pt x="158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14"/>
            <p:cNvSpPr/>
            <p:nvPr/>
          </p:nvSpPr>
          <p:spPr>
            <a:xfrm>
              <a:off x="4336850" y="164945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0" y="0"/>
                  </a:moveTo>
                  <a:lnTo>
                    <a:pt x="0" y="2262"/>
                  </a:lnTo>
                  <a:lnTo>
                    <a:pt x="2262" y="2262"/>
                  </a:lnTo>
                  <a:lnTo>
                    <a:pt x="226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14"/>
            <p:cNvSpPr/>
            <p:nvPr/>
          </p:nvSpPr>
          <p:spPr>
            <a:xfrm>
              <a:off x="4393700" y="1592875"/>
              <a:ext cx="56575" cy="56600"/>
            </a:xfrm>
            <a:custGeom>
              <a:rect b="b" l="l" r="r" t="t"/>
              <a:pathLst>
                <a:path extrusionOk="0" h="2264" w="2263">
                  <a:moveTo>
                    <a:pt x="0" y="1"/>
                  </a:moveTo>
                  <a:lnTo>
                    <a:pt x="0" y="2263"/>
                  </a:lnTo>
                  <a:lnTo>
                    <a:pt x="2262" y="2263"/>
                  </a:lnTo>
                  <a:lnTo>
                    <a:pt x="226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14"/>
            <p:cNvSpPr/>
            <p:nvPr/>
          </p:nvSpPr>
          <p:spPr>
            <a:xfrm>
              <a:off x="4280275" y="1706300"/>
              <a:ext cx="56600" cy="56575"/>
            </a:xfrm>
            <a:custGeom>
              <a:rect b="b" l="l" r="r" t="t"/>
              <a:pathLst>
                <a:path extrusionOk="0" h="2263" w="2264">
                  <a:moveTo>
                    <a:pt x="1" y="0"/>
                  </a:moveTo>
                  <a:lnTo>
                    <a:pt x="1" y="2262"/>
                  </a:lnTo>
                  <a:lnTo>
                    <a:pt x="2263" y="2262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14"/>
            <p:cNvSpPr/>
            <p:nvPr/>
          </p:nvSpPr>
          <p:spPr>
            <a:xfrm>
              <a:off x="4223425" y="176285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1" y="0"/>
                  </a:moveTo>
                  <a:lnTo>
                    <a:pt x="1" y="2263"/>
                  </a:lnTo>
                  <a:lnTo>
                    <a:pt x="2263" y="2263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14"/>
            <p:cNvSpPr/>
            <p:nvPr/>
          </p:nvSpPr>
          <p:spPr>
            <a:xfrm>
              <a:off x="4166275" y="181970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1" y="0"/>
                  </a:moveTo>
                  <a:lnTo>
                    <a:pt x="1" y="2263"/>
                  </a:lnTo>
                  <a:lnTo>
                    <a:pt x="2263" y="2263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14"/>
            <p:cNvSpPr/>
            <p:nvPr/>
          </p:nvSpPr>
          <p:spPr>
            <a:xfrm>
              <a:off x="4109725" y="187625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1" y="1"/>
                  </a:moveTo>
                  <a:lnTo>
                    <a:pt x="1" y="2263"/>
                  </a:lnTo>
                  <a:lnTo>
                    <a:pt x="2263" y="2263"/>
                  </a:lnTo>
                  <a:lnTo>
                    <a:pt x="22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14"/>
            <p:cNvSpPr/>
            <p:nvPr/>
          </p:nvSpPr>
          <p:spPr>
            <a:xfrm>
              <a:off x="4052875" y="1933100"/>
              <a:ext cx="283700" cy="56575"/>
            </a:xfrm>
            <a:custGeom>
              <a:rect b="b" l="l" r="r" t="t"/>
              <a:pathLst>
                <a:path extrusionOk="0" h="2263" w="11348">
                  <a:moveTo>
                    <a:pt x="1" y="1"/>
                  </a:moveTo>
                  <a:lnTo>
                    <a:pt x="1" y="2263"/>
                  </a:lnTo>
                  <a:lnTo>
                    <a:pt x="11347" y="2263"/>
                  </a:lnTo>
                  <a:lnTo>
                    <a:pt x="113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14"/>
            <p:cNvSpPr/>
            <p:nvPr/>
          </p:nvSpPr>
          <p:spPr>
            <a:xfrm>
              <a:off x="4279975" y="2160225"/>
              <a:ext cx="283400" cy="56575"/>
            </a:xfrm>
            <a:custGeom>
              <a:rect b="b" l="l" r="r" t="t"/>
              <a:pathLst>
                <a:path extrusionOk="0" h="2263" w="11336">
                  <a:moveTo>
                    <a:pt x="1" y="0"/>
                  </a:moveTo>
                  <a:lnTo>
                    <a:pt x="1" y="2262"/>
                  </a:lnTo>
                  <a:lnTo>
                    <a:pt x="11336" y="2262"/>
                  </a:lnTo>
                  <a:lnTo>
                    <a:pt x="113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14"/>
            <p:cNvSpPr/>
            <p:nvPr/>
          </p:nvSpPr>
          <p:spPr>
            <a:xfrm>
              <a:off x="4280275" y="1989350"/>
              <a:ext cx="56600" cy="227150"/>
            </a:xfrm>
            <a:custGeom>
              <a:rect b="b" l="l" r="r" t="t"/>
              <a:pathLst>
                <a:path extrusionOk="0" h="9086" w="2264">
                  <a:moveTo>
                    <a:pt x="1" y="1"/>
                  </a:moveTo>
                  <a:lnTo>
                    <a:pt x="1" y="9085"/>
                  </a:lnTo>
                  <a:lnTo>
                    <a:pt x="2263" y="9085"/>
                  </a:lnTo>
                  <a:lnTo>
                    <a:pt x="22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14"/>
            <p:cNvSpPr/>
            <p:nvPr/>
          </p:nvSpPr>
          <p:spPr>
            <a:xfrm>
              <a:off x="4450250" y="164945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0" y="0"/>
                  </a:moveTo>
                  <a:lnTo>
                    <a:pt x="0" y="2262"/>
                  </a:lnTo>
                  <a:lnTo>
                    <a:pt x="2263" y="2262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14"/>
            <p:cNvSpPr/>
            <p:nvPr/>
          </p:nvSpPr>
          <p:spPr>
            <a:xfrm>
              <a:off x="4507100" y="170630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0" y="0"/>
                  </a:moveTo>
                  <a:lnTo>
                    <a:pt x="0" y="2262"/>
                  </a:lnTo>
                  <a:lnTo>
                    <a:pt x="2263" y="2262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14"/>
            <p:cNvSpPr/>
            <p:nvPr/>
          </p:nvSpPr>
          <p:spPr>
            <a:xfrm>
              <a:off x="4563650" y="176285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1" y="0"/>
                  </a:moveTo>
                  <a:lnTo>
                    <a:pt x="1" y="2263"/>
                  </a:lnTo>
                  <a:lnTo>
                    <a:pt x="2263" y="2263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14"/>
            <p:cNvSpPr/>
            <p:nvPr/>
          </p:nvSpPr>
          <p:spPr>
            <a:xfrm>
              <a:off x="4620200" y="181970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1" y="0"/>
                  </a:moveTo>
                  <a:lnTo>
                    <a:pt x="1" y="2263"/>
                  </a:lnTo>
                  <a:lnTo>
                    <a:pt x="2263" y="2263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14"/>
            <p:cNvSpPr/>
            <p:nvPr/>
          </p:nvSpPr>
          <p:spPr>
            <a:xfrm>
              <a:off x="4677050" y="1876250"/>
              <a:ext cx="56600" cy="56575"/>
            </a:xfrm>
            <a:custGeom>
              <a:rect b="b" l="l" r="r" t="t"/>
              <a:pathLst>
                <a:path extrusionOk="0" h="2263" w="2264">
                  <a:moveTo>
                    <a:pt x="1" y="1"/>
                  </a:moveTo>
                  <a:lnTo>
                    <a:pt x="1" y="2263"/>
                  </a:lnTo>
                  <a:lnTo>
                    <a:pt x="2263" y="2263"/>
                  </a:lnTo>
                  <a:lnTo>
                    <a:pt x="22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14"/>
            <p:cNvSpPr/>
            <p:nvPr/>
          </p:nvSpPr>
          <p:spPr>
            <a:xfrm>
              <a:off x="4506800" y="1933100"/>
              <a:ext cx="283400" cy="56575"/>
            </a:xfrm>
            <a:custGeom>
              <a:rect b="b" l="l" r="r" t="t"/>
              <a:pathLst>
                <a:path extrusionOk="0" h="2263" w="11336">
                  <a:moveTo>
                    <a:pt x="1" y="1"/>
                  </a:moveTo>
                  <a:lnTo>
                    <a:pt x="1" y="2263"/>
                  </a:lnTo>
                  <a:lnTo>
                    <a:pt x="11335" y="2263"/>
                  </a:lnTo>
                  <a:lnTo>
                    <a:pt x="1133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14"/>
            <p:cNvSpPr/>
            <p:nvPr/>
          </p:nvSpPr>
          <p:spPr>
            <a:xfrm>
              <a:off x="4507100" y="1989650"/>
              <a:ext cx="56575" cy="227150"/>
            </a:xfrm>
            <a:custGeom>
              <a:rect b="b" l="l" r="r" t="t"/>
              <a:pathLst>
                <a:path extrusionOk="0" h="9086" w="2263">
                  <a:moveTo>
                    <a:pt x="0" y="1"/>
                  </a:moveTo>
                  <a:lnTo>
                    <a:pt x="0" y="9085"/>
                  </a:lnTo>
                  <a:lnTo>
                    <a:pt x="2263" y="9085"/>
                  </a:lnTo>
                  <a:lnTo>
                    <a:pt x="22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7" name="Google Shape;247;p14"/>
          <p:cNvSpPr/>
          <p:nvPr/>
        </p:nvSpPr>
        <p:spPr>
          <a:xfrm>
            <a:off x="8325463" y="3444050"/>
            <a:ext cx="356529" cy="356529"/>
          </a:xfrm>
          <a:custGeom>
            <a:rect b="b" l="l" r="r" t="t"/>
            <a:pathLst>
              <a:path extrusionOk="0" h="18914" w="18914">
                <a:moveTo>
                  <a:pt x="7030" y="0"/>
                </a:moveTo>
                <a:lnTo>
                  <a:pt x="7030" y="3141"/>
                </a:lnTo>
                <a:lnTo>
                  <a:pt x="3141" y="3141"/>
                </a:lnTo>
                <a:lnTo>
                  <a:pt x="3141" y="7030"/>
                </a:lnTo>
                <a:lnTo>
                  <a:pt x="0" y="7030"/>
                </a:lnTo>
                <a:lnTo>
                  <a:pt x="0" y="11883"/>
                </a:lnTo>
                <a:lnTo>
                  <a:pt x="3141" y="11883"/>
                </a:lnTo>
                <a:lnTo>
                  <a:pt x="3141" y="15773"/>
                </a:lnTo>
                <a:lnTo>
                  <a:pt x="7030" y="15773"/>
                </a:lnTo>
                <a:lnTo>
                  <a:pt x="7030" y="18913"/>
                </a:lnTo>
                <a:lnTo>
                  <a:pt x="11884" y="18913"/>
                </a:lnTo>
                <a:lnTo>
                  <a:pt x="11884" y="15773"/>
                </a:lnTo>
                <a:lnTo>
                  <a:pt x="15773" y="15773"/>
                </a:lnTo>
                <a:lnTo>
                  <a:pt x="15773" y="11883"/>
                </a:lnTo>
                <a:lnTo>
                  <a:pt x="18914" y="11883"/>
                </a:lnTo>
                <a:lnTo>
                  <a:pt x="18914" y="7030"/>
                </a:lnTo>
                <a:lnTo>
                  <a:pt x="15773" y="7030"/>
                </a:lnTo>
                <a:lnTo>
                  <a:pt x="15773" y="3141"/>
                </a:lnTo>
                <a:lnTo>
                  <a:pt x="11884" y="3141"/>
                </a:lnTo>
                <a:lnTo>
                  <a:pt x="1188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5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15"/>
          <p:cNvPicPr preferRelativeResize="0"/>
          <p:nvPr/>
        </p:nvPicPr>
        <p:blipFill>
          <a:blip r:embed="rId3">
            <a:alphaModFix amt="52999"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5"/>
          <p:cNvSpPr txBox="1"/>
          <p:nvPr>
            <p:ph hasCustomPrompt="1" type="title"/>
          </p:nvPr>
        </p:nvSpPr>
        <p:spPr>
          <a:xfrm>
            <a:off x="1687950" y="613700"/>
            <a:ext cx="5768100" cy="82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252" name="Google Shape;252;p15"/>
          <p:cNvSpPr txBox="1"/>
          <p:nvPr>
            <p:ph idx="1" type="subTitle"/>
          </p:nvPr>
        </p:nvSpPr>
        <p:spPr>
          <a:xfrm>
            <a:off x="1687950" y="1339200"/>
            <a:ext cx="5768100" cy="4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53" name="Google Shape;253;p15"/>
          <p:cNvSpPr txBox="1"/>
          <p:nvPr>
            <p:ph hasCustomPrompt="1" idx="2" type="title"/>
          </p:nvPr>
        </p:nvSpPr>
        <p:spPr>
          <a:xfrm>
            <a:off x="1687950" y="1986400"/>
            <a:ext cx="5768100" cy="82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254" name="Google Shape;254;p15"/>
          <p:cNvSpPr txBox="1"/>
          <p:nvPr>
            <p:ph idx="3" type="subTitle"/>
          </p:nvPr>
        </p:nvSpPr>
        <p:spPr>
          <a:xfrm>
            <a:off x="1687950" y="2711900"/>
            <a:ext cx="5768100" cy="4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55" name="Google Shape;255;p15"/>
          <p:cNvSpPr txBox="1"/>
          <p:nvPr>
            <p:ph hasCustomPrompt="1" idx="4" type="title"/>
          </p:nvPr>
        </p:nvSpPr>
        <p:spPr>
          <a:xfrm>
            <a:off x="1687950" y="3359099"/>
            <a:ext cx="5768100" cy="82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256" name="Google Shape;256;p15"/>
          <p:cNvSpPr txBox="1"/>
          <p:nvPr>
            <p:ph idx="5" type="subTitle"/>
          </p:nvPr>
        </p:nvSpPr>
        <p:spPr>
          <a:xfrm>
            <a:off x="1687950" y="4084600"/>
            <a:ext cx="5768100" cy="4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257" name="Google Shape;257;p15"/>
          <p:cNvGrpSpPr/>
          <p:nvPr/>
        </p:nvGrpSpPr>
        <p:grpSpPr>
          <a:xfrm>
            <a:off x="8475950" y="-375"/>
            <a:ext cx="238275" cy="1224437"/>
            <a:chOff x="474950" y="-375"/>
            <a:chExt cx="238275" cy="940500"/>
          </a:xfrm>
        </p:grpSpPr>
        <p:cxnSp>
          <p:nvCxnSpPr>
            <p:cNvPr id="258" name="Google Shape;258;p15"/>
            <p:cNvCxnSpPr/>
            <p:nvPr/>
          </p:nvCxnSpPr>
          <p:spPr>
            <a:xfrm>
              <a:off x="474950" y="-375"/>
              <a:ext cx="0" cy="9405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9" name="Google Shape;259;p15"/>
            <p:cNvCxnSpPr/>
            <p:nvPr/>
          </p:nvCxnSpPr>
          <p:spPr>
            <a:xfrm>
              <a:off x="713225" y="-375"/>
              <a:ext cx="0" cy="40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260" name="Google Shape;260;p15"/>
          <p:cNvCxnSpPr/>
          <p:nvPr/>
        </p:nvCxnSpPr>
        <p:spPr>
          <a:xfrm>
            <a:off x="1368925" y="-375"/>
            <a:ext cx="0" cy="524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6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16"/>
          <p:cNvPicPr preferRelativeResize="0"/>
          <p:nvPr/>
        </p:nvPicPr>
        <p:blipFill>
          <a:blip r:embed="rId3">
            <a:alphaModFix amt="52999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16"/>
          <p:cNvSpPr txBox="1"/>
          <p:nvPr>
            <p:ph type="title"/>
          </p:nvPr>
        </p:nvSpPr>
        <p:spPr>
          <a:xfrm>
            <a:off x="713225" y="484425"/>
            <a:ext cx="7717500" cy="9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cxnSp>
        <p:nvCxnSpPr>
          <p:cNvPr id="265" name="Google Shape;265;p16"/>
          <p:cNvCxnSpPr/>
          <p:nvPr/>
        </p:nvCxnSpPr>
        <p:spPr>
          <a:xfrm>
            <a:off x="403300" y="-375"/>
            <a:ext cx="0" cy="812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66" name="Google Shape;266;p16"/>
          <p:cNvGrpSpPr/>
          <p:nvPr/>
        </p:nvGrpSpPr>
        <p:grpSpPr>
          <a:xfrm flipH="1" rot="10800000">
            <a:off x="175421" y="912051"/>
            <a:ext cx="455742" cy="385444"/>
            <a:chOff x="4052875" y="1592600"/>
            <a:chExt cx="737925" cy="624200"/>
          </a:xfrm>
        </p:grpSpPr>
        <p:sp>
          <p:nvSpPr>
            <p:cNvPr id="267" name="Google Shape;267;p16"/>
            <p:cNvSpPr/>
            <p:nvPr/>
          </p:nvSpPr>
          <p:spPr>
            <a:xfrm>
              <a:off x="4052875" y="1592600"/>
              <a:ext cx="737925" cy="624200"/>
            </a:xfrm>
            <a:custGeom>
              <a:rect b="b" l="l" r="r" t="t"/>
              <a:pathLst>
                <a:path extrusionOk="0" h="24968" w="29517">
                  <a:moveTo>
                    <a:pt x="13621" y="0"/>
                  </a:moveTo>
                  <a:lnTo>
                    <a:pt x="13621" y="2262"/>
                  </a:lnTo>
                  <a:lnTo>
                    <a:pt x="11359" y="2262"/>
                  </a:lnTo>
                  <a:lnTo>
                    <a:pt x="11359" y="4548"/>
                  </a:lnTo>
                  <a:lnTo>
                    <a:pt x="9085" y="4548"/>
                  </a:lnTo>
                  <a:lnTo>
                    <a:pt x="9085" y="6810"/>
                  </a:lnTo>
                  <a:lnTo>
                    <a:pt x="6823" y="6810"/>
                  </a:lnTo>
                  <a:lnTo>
                    <a:pt x="6823" y="9061"/>
                  </a:lnTo>
                  <a:lnTo>
                    <a:pt x="4549" y="9061"/>
                  </a:lnTo>
                  <a:lnTo>
                    <a:pt x="4549" y="11347"/>
                  </a:lnTo>
                  <a:lnTo>
                    <a:pt x="2275" y="11347"/>
                  </a:lnTo>
                  <a:lnTo>
                    <a:pt x="2275" y="13609"/>
                  </a:lnTo>
                  <a:lnTo>
                    <a:pt x="1" y="13609"/>
                  </a:lnTo>
                  <a:lnTo>
                    <a:pt x="1" y="15883"/>
                  </a:lnTo>
                  <a:lnTo>
                    <a:pt x="9085" y="15883"/>
                  </a:lnTo>
                  <a:lnTo>
                    <a:pt x="9085" y="24967"/>
                  </a:lnTo>
                  <a:lnTo>
                    <a:pt x="20432" y="24967"/>
                  </a:lnTo>
                  <a:lnTo>
                    <a:pt x="20432" y="15883"/>
                  </a:lnTo>
                  <a:lnTo>
                    <a:pt x="29516" y="15883"/>
                  </a:lnTo>
                  <a:lnTo>
                    <a:pt x="29516" y="13609"/>
                  </a:lnTo>
                  <a:lnTo>
                    <a:pt x="27242" y="13609"/>
                  </a:lnTo>
                  <a:lnTo>
                    <a:pt x="27242" y="11347"/>
                  </a:lnTo>
                  <a:lnTo>
                    <a:pt x="24980" y="11347"/>
                  </a:lnTo>
                  <a:lnTo>
                    <a:pt x="24980" y="9061"/>
                  </a:lnTo>
                  <a:lnTo>
                    <a:pt x="22706" y="9061"/>
                  </a:lnTo>
                  <a:lnTo>
                    <a:pt x="22706" y="6810"/>
                  </a:lnTo>
                  <a:lnTo>
                    <a:pt x="20432" y="6810"/>
                  </a:lnTo>
                  <a:lnTo>
                    <a:pt x="20432" y="4548"/>
                  </a:lnTo>
                  <a:lnTo>
                    <a:pt x="18158" y="4548"/>
                  </a:lnTo>
                  <a:lnTo>
                    <a:pt x="18158" y="2262"/>
                  </a:lnTo>
                  <a:lnTo>
                    <a:pt x="15895" y="2262"/>
                  </a:lnTo>
                  <a:lnTo>
                    <a:pt x="1589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16"/>
            <p:cNvSpPr/>
            <p:nvPr/>
          </p:nvSpPr>
          <p:spPr>
            <a:xfrm>
              <a:off x="4336850" y="164945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0" y="0"/>
                  </a:moveTo>
                  <a:lnTo>
                    <a:pt x="0" y="2262"/>
                  </a:lnTo>
                  <a:lnTo>
                    <a:pt x="2262" y="2262"/>
                  </a:lnTo>
                  <a:lnTo>
                    <a:pt x="226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16"/>
            <p:cNvSpPr/>
            <p:nvPr/>
          </p:nvSpPr>
          <p:spPr>
            <a:xfrm>
              <a:off x="4393700" y="1592875"/>
              <a:ext cx="56575" cy="56600"/>
            </a:xfrm>
            <a:custGeom>
              <a:rect b="b" l="l" r="r" t="t"/>
              <a:pathLst>
                <a:path extrusionOk="0" h="2264" w="2263">
                  <a:moveTo>
                    <a:pt x="0" y="1"/>
                  </a:moveTo>
                  <a:lnTo>
                    <a:pt x="0" y="2263"/>
                  </a:lnTo>
                  <a:lnTo>
                    <a:pt x="2262" y="2263"/>
                  </a:lnTo>
                  <a:lnTo>
                    <a:pt x="226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16"/>
            <p:cNvSpPr/>
            <p:nvPr/>
          </p:nvSpPr>
          <p:spPr>
            <a:xfrm>
              <a:off x="4280275" y="1706300"/>
              <a:ext cx="56600" cy="56575"/>
            </a:xfrm>
            <a:custGeom>
              <a:rect b="b" l="l" r="r" t="t"/>
              <a:pathLst>
                <a:path extrusionOk="0" h="2263" w="2264">
                  <a:moveTo>
                    <a:pt x="1" y="0"/>
                  </a:moveTo>
                  <a:lnTo>
                    <a:pt x="1" y="2262"/>
                  </a:lnTo>
                  <a:lnTo>
                    <a:pt x="2263" y="2262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16"/>
            <p:cNvSpPr/>
            <p:nvPr/>
          </p:nvSpPr>
          <p:spPr>
            <a:xfrm>
              <a:off x="4223425" y="176285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1" y="0"/>
                  </a:moveTo>
                  <a:lnTo>
                    <a:pt x="1" y="2263"/>
                  </a:lnTo>
                  <a:lnTo>
                    <a:pt x="2263" y="2263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16"/>
            <p:cNvSpPr/>
            <p:nvPr/>
          </p:nvSpPr>
          <p:spPr>
            <a:xfrm>
              <a:off x="4166275" y="181970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1" y="0"/>
                  </a:moveTo>
                  <a:lnTo>
                    <a:pt x="1" y="2263"/>
                  </a:lnTo>
                  <a:lnTo>
                    <a:pt x="2263" y="2263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16"/>
            <p:cNvSpPr/>
            <p:nvPr/>
          </p:nvSpPr>
          <p:spPr>
            <a:xfrm>
              <a:off x="4109725" y="187625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1" y="1"/>
                  </a:moveTo>
                  <a:lnTo>
                    <a:pt x="1" y="2263"/>
                  </a:lnTo>
                  <a:lnTo>
                    <a:pt x="2263" y="2263"/>
                  </a:lnTo>
                  <a:lnTo>
                    <a:pt x="226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16"/>
            <p:cNvSpPr/>
            <p:nvPr/>
          </p:nvSpPr>
          <p:spPr>
            <a:xfrm>
              <a:off x="4052875" y="1933100"/>
              <a:ext cx="283700" cy="56575"/>
            </a:xfrm>
            <a:custGeom>
              <a:rect b="b" l="l" r="r" t="t"/>
              <a:pathLst>
                <a:path extrusionOk="0" h="2263" w="11348">
                  <a:moveTo>
                    <a:pt x="1" y="1"/>
                  </a:moveTo>
                  <a:lnTo>
                    <a:pt x="1" y="2263"/>
                  </a:lnTo>
                  <a:lnTo>
                    <a:pt x="11347" y="2263"/>
                  </a:lnTo>
                  <a:lnTo>
                    <a:pt x="1134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16"/>
            <p:cNvSpPr/>
            <p:nvPr/>
          </p:nvSpPr>
          <p:spPr>
            <a:xfrm>
              <a:off x="4279975" y="2160225"/>
              <a:ext cx="283400" cy="56575"/>
            </a:xfrm>
            <a:custGeom>
              <a:rect b="b" l="l" r="r" t="t"/>
              <a:pathLst>
                <a:path extrusionOk="0" h="2263" w="11336">
                  <a:moveTo>
                    <a:pt x="1" y="0"/>
                  </a:moveTo>
                  <a:lnTo>
                    <a:pt x="1" y="2262"/>
                  </a:lnTo>
                  <a:lnTo>
                    <a:pt x="11336" y="2262"/>
                  </a:lnTo>
                  <a:lnTo>
                    <a:pt x="1133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16"/>
            <p:cNvSpPr/>
            <p:nvPr/>
          </p:nvSpPr>
          <p:spPr>
            <a:xfrm>
              <a:off x="4280275" y="1989350"/>
              <a:ext cx="56600" cy="227150"/>
            </a:xfrm>
            <a:custGeom>
              <a:rect b="b" l="l" r="r" t="t"/>
              <a:pathLst>
                <a:path extrusionOk="0" h="9086" w="2264">
                  <a:moveTo>
                    <a:pt x="1" y="1"/>
                  </a:moveTo>
                  <a:lnTo>
                    <a:pt x="1" y="9085"/>
                  </a:lnTo>
                  <a:lnTo>
                    <a:pt x="2263" y="9085"/>
                  </a:lnTo>
                  <a:lnTo>
                    <a:pt x="226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16"/>
            <p:cNvSpPr/>
            <p:nvPr/>
          </p:nvSpPr>
          <p:spPr>
            <a:xfrm>
              <a:off x="4450250" y="164945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0" y="0"/>
                  </a:moveTo>
                  <a:lnTo>
                    <a:pt x="0" y="2262"/>
                  </a:lnTo>
                  <a:lnTo>
                    <a:pt x="2263" y="2262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16"/>
            <p:cNvSpPr/>
            <p:nvPr/>
          </p:nvSpPr>
          <p:spPr>
            <a:xfrm>
              <a:off x="4507100" y="170630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0" y="0"/>
                  </a:moveTo>
                  <a:lnTo>
                    <a:pt x="0" y="2262"/>
                  </a:lnTo>
                  <a:lnTo>
                    <a:pt x="2263" y="2262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16"/>
            <p:cNvSpPr/>
            <p:nvPr/>
          </p:nvSpPr>
          <p:spPr>
            <a:xfrm>
              <a:off x="4563650" y="176285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1" y="0"/>
                  </a:moveTo>
                  <a:lnTo>
                    <a:pt x="1" y="2263"/>
                  </a:lnTo>
                  <a:lnTo>
                    <a:pt x="2263" y="2263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16"/>
            <p:cNvSpPr/>
            <p:nvPr/>
          </p:nvSpPr>
          <p:spPr>
            <a:xfrm>
              <a:off x="4620200" y="181970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1" y="0"/>
                  </a:moveTo>
                  <a:lnTo>
                    <a:pt x="1" y="2263"/>
                  </a:lnTo>
                  <a:lnTo>
                    <a:pt x="2263" y="2263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16"/>
            <p:cNvSpPr/>
            <p:nvPr/>
          </p:nvSpPr>
          <p:spPr>
            <a:xfrm>
              <a:off x="4677050" y="1876250"/>
              <a:ext cx="56600" cy="56575"/>
            </a:xfrm>
            <a:custGeom>
              <a:rect b="b" l="l" r="r" t="t"/>
              <a:pathLst>
                <a:path extrusionOk="0" h="2263" w="2264">
                  <a:moveTo>
                    <a:pt x="1" y="1"/>
                  </a:moveTo>
                  <a:lnTo>
                    <a:pt x="1" y="2263"/>
                  </a:lnTo>
                  <a:lnTo>
                    <a:pt x="2263" y="2263"/>
                  </a:lnTo>
                  <a:lnTo>
                    <a:pt x="226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16"/>
            <p:cNvSpPr/>
            <p:nvPr/>
          </p:nvSpPr>
          <p:spPr>
            <a:xfrm>
              <a:off x="4506800" y="1933100"/>
              <a:ext cx="283400" cy="56575"/>
            </a:xfrm>
            <a:custGeom>
              <a:rect b="b" l="l" r="r" t="t"/>
              <a:pathLst>
                <a:path extrusionOk="0" h="2263" w="11336">
                  <a:moveTo>
                    <a:pt x="1" y="1"/>
                  </a:moveTo>
                  <a:lnTo>
                    <a:pt x="1" y="2263"/>
                  </a:lnTo>
                  <a:lnTo>
                    <a:pt x="11335" y="2263"/>
                  </a:lnTo>
                  <a:lnTo>
                    <a:pt x="1133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16"/>
            <p:cNvSpPr/>
            <p:nvPr/>
          </p:nvSpPr>
          <p:spPr>
            <a:xfrm>
              <a:off x="4507100" y="1989650"/>
              <a:ext cx="56575" cy="227150"/>
            </a:xfrm>
            <a:custGeom>
              <a:rect b="b" l="l" r="r" t="t"/>
              <a:pathLst>
                <a:path extrusionOk="0" h="9086" w="2263">
                  <a:moveTo>
                    <a:pt x="0" y="1"/>
                  </a:moveTo>
                  <a:lnTo>
                    <a:pt x="0" y="9085"/>
                  </a:lnTo>
                  <a:lnTo>
                    <a:pt x="2263" y="9085"/>
                  </a:lnTo>
                  <a:lnTo>
                    <a:pt x="226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4" name="Google Shape;284;p16"/>
          <p:cNvGrpSpPr/>
          <p:nvPr/>
        </p:nvGrpSpPr>
        <p:grpSpPr>
          <a:xfrm rot="10800000">
            <a:off x="8420800" y="3919075"/>
            <a:ext cx="238275" cy="1224437"/>
            <a:chOff x="474950" y="-375"/>
            <a:chExt cx="238275" cy="940500"/>
          </a:xfrm>
        </p:grpSpPr>
        <p:cxnSp>
          <p:nvCxnSpPr>
            <p:cNvPr id="285" name="Google Shape;285;p16"/>
            <p:cNvCxnSpPr/>
            <p:nvPr/>
          </p:nvCxnSpPr>
          <p:spPr>
            <a:xfrm>
              <a:off x="474950" y="-375"/>
              <a:ext cx="0" cy="9405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6" name="Google Shape;286;p16"/>
            <p:cNvCxnSpPr/>
            <p:nvPr/>
          </p:nvCxnSpPr>
          <p:spPr>
            <a:xfrm>
              <a:off x="713225" y="-375"/>
              <a:ext cx="0" cy="40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87" name="Google Shape;287;p16"/>
          <p:cNvSpPr/>
          <p:nvPr/>
        </p:nvSpPr>
        <p:spPr>
          <a:xfrm>
            <a:off x="8485300" y="3444050"/>
            <a:ext cx="356529" cy="356529"/>
          </a:xfrm>
          <a:custGeom>
            <a:rect b="b" l="l" r="r" t="t"/>
            <a:pathLst>
              <a:path extrusionOk="0" h="18914" w="18914">
                <a:moveTo>
                  <a:pt x="7030" y="0"/>
                </a:moveTo>
                <a:lnTo>
                  <a:pt x="7030" y="3141"/>
                </a:lnTo>
                <a:lnTo>
                  <a:pt x="3141" y="3141"/>
                </a:lnTo>
                <a:lnTo>
                  <a:pt x="3141" y="7030"/>
                </a:lnTo>
                <a:lnTo>
                  <a:pt x="0" y="7030"/>
                </a:lnTo>
                <a:lnTo>
                  <a:pt x="0" y="11883"/>
                </a:lnTo>
                <a:lnTo>
                  <a:pt x="3141" y="11883"/>
                </a:lnTo>
                <a:lnTo>
                  <a:pt x="3141" y="15773"/>
                </a:lnTo>
                <a:lnTo>
                  <a:pt x="7030" y="15773"/>
                </a:lnTo>
                <a:lnTo>
                  <a:pt x="7030" y="18913"/>
                </a:lnTo>
                <a:lnTo>
                  <a:pt x="11884" y="18913"/>
                </a:lnTo>
                <a:lnTo>
                  <a:pt x="11884" y="15773"/>
                </a:lnTo>
                <a:lnTo>
                  <a:pt x="15773" y="15773"/>
                </a:lnTo>
                <a:lnTo>
                  <a:pt x="15773" y="11883"/>
                </a:lnTo>
                <a:lnTo>
                  <a:pt x="18914" y="11883"/>
                </a:lnTo>
                <a:lnTo>
                  <a:pt x="18914" y="7030"/>
                </a:lnTo>
                <a:lnTo>
                  <a:pt x="15773" y="7030"/>
                </a:lnTo>
                <a:lnTo>
                  <a:pt x="15773" y="3141"/>
                </a:lnTo>
                <a:lnTo>
                  <a:pt x="11884" y="3141"/>
                </a:lnTo>
                <a:lnTo>
                  <a:pt x="1188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88" name="Google Shape;288;p16"/>
          <p:cNvCxnSpPr/>
          <p:nvPr/>
        </p:nvCxnSpPr>
        <p:spPr>
          <a:xfrm>
            <a:off x="8663563" y="-375"/>
            <a:ext cx="0" cy="1531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7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29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17"/>
          <p:cNvPicPr preferRelativeResize="0"/>
          <p:nvPr/>
        </p:nvPicPr>
        <p:blipFill>
          <a:blip r:embed="rId3">
            <a:alphaModFix amt="52999"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17"/>
          <p:cNvSpPr txBox="1"/>
          <p:nvPr>
            <p:ph type="title"/>
          </p:nvPr>
        </p:nvSpPr>
        <p:spPr>
          <a:xfrm>
            <a:off x="713225" y="484425"/>
            <a:ext cx="77175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grpSp>
        <p:nvGrpSpPr>
          <p:cNvPr id="293" name="Google Shape;293;p17"/>
          <p:cNvGrpSpPr/>
          <p:nvPr/>
        </p:nvGrpSpPr>
        <p:grpSpPr>
          <a:xfrm>
            <a:off x="368650" y="-375"/>
            <a:ext cx="238275" cy="1216255"/>
            <a:chOff x="474950" y="-375"/>
            <a:chExt cx="238275" cy="940500"/>
          </a:xfrm>
        </p:grpSpPr>
        <p:cxnSp>
          <p:nvCxnSpPr>
            <p:cNvPr id="294" name="Google Shape;294;p17"/>
            <p:cNvCxnSpPr/>
            <p:nvPr/>
          </p:nvCxnSpPr>
          <p:spPr>
            <a:xfrm>
              <a:off x="474950" y="-375"/>
              <a:ext cx="0" cy="9405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5" name="Google Shape;295;p17"/>
            <p:cNvCxnSpPr/>
            <p:nvPr/>
          </p:nvCxnSpPr>
          <p:spPr>
            <a:xfrm>
              <a:off x="713225" y="-375"/>
              <a:ext cx="0" cy="40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296" name="Google Shape;296;p17"/>
          <p:cNvCxnSpPr/>
          <p:nvPr/>
        </p:nvCxnSpPr>
        <p:spPr>
          <a:xfrm rot="10800000">
            <a:off x="8815475" y="3245700"/>
            <a:ext cx="0" cy="1897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97" name="Google Shape;297;p17"/>
          <p:cNvGrpSpPr/>
          <p:nvPr/>
        </p:nvGrpSpPr>
        <p:grpSpPr>
          <a:xfrm>
            <a:off x="187471" y="1404083"/>
            <a:ext cx="369304" cy="554077"/>
            <a:chOff x="3119125" y="3168075"/>
            <a:chExt cx="419425" cy="629275"/>
          </a:xfrm>
        </p:grpSpPr>
        <p:sp>
          <p:nvSpPr>
            <p:cNvPr id="298" name="Google Shape;298;p17"/>
            <p:cNvSpPr/>
            <p:nvPr/>
          </p:nvSpPr>
          <p:spPr>
            <a:xfrm>
              <a:off x="3119125" y="3168075"/>
              <a:ext cx="419425" cy="629275"/>
            </a:xfrm>
            <a:custGeom>
              <a:rect b="b" l="l" r="r" t="t"/>
              <a:pathLst>
                <a:path extrusionOk="0" h="25171" w="16777">
                  <a:moveTo>
                    <a:pt x="2799" y="1"/>
                  </a:moveTo>
                  <a:lnTo>
                    <a:pt x="2799" y="2799"/>
                  </a:lnTo>
                  <a:lnTo>
                    <a:pt x="1" y="2799"/>
                  </a:lnTo>
                  <a:lnTo>
                    <a:pt x="1" y="22372"/>
                  </a:lnTo>
                  <a:lnTo>
                    <a:pt x="2799" y="22372"/>
                  </a:lnTo>
                  <a:lnTo>
                    <a:pt x="2799" y="25170"/>
                  </a:lnTo>
                  <a:lnTo>
                    <a:pt x="5597" y="25170"/>
                  </a:lnTo>
                  <a:lnTo>
                    <a:pt x="5597" y="22372"/>
                  </a:lnTo>
                  <a:lnTo>
                    <a:pt x="8395" y="22372"/>
                  </a:lnTo>
                  <a:lnTo>
                    <a:pt x="8395" y="19574"/>
                  </a:lnTo>
                  <a:lnTo>
                    <a:pt x="11181" y="19574"/>
                  </a:lnTo>
                  <a:lnTo>
                    <a:pt x="11181" y="16777"/>
                  </a:lnTo>
                  <a:lnTo>
                    <a:pt x="13979" y="16777"/>
                  </a:lnTo>
                  <a:lnTo>
                    <a:pt x="13979" y="13979"/>
                  </a:lnTo>
                  <a:lnTo>
                    <a:pt x="16777" y="13979"/>
                  </a:lnTo>
                  <a:lnTo>
                    <a:pt x="16777" y="11193"/>
                  </a:lnTo>
                  <a:lnTo>
                    <a:pt x="13979" y="11193"/>
                  </a:lnTo>
                  <a:lnTo>
                    <a:pt x="13979" y="8395"/>
                  </a:lnTo>
                  <a:lnTo>
                    <a:pt x="11181" y="8395"/>
                  </a:lnTo>
                  <a:lnTo>
                    <a:pt x="11181" y="5597"/>
                  </a:lnTo>
                  <a:lnTo>
                    <a:pt x="8395" y="5597"/>
                  </a:lnTo>
                  <a:lnTo>
                    <a:pt x="8395" y="2799"/>
                  </a:lnTo>
                  <a:lnTo>
                    <a:pt x="5597" y="2799"/>
                  </a:lnTo>
                  <a:lnTo>
                    <a:pt x="559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17"/>
            <p:cNvSpPr/>
            <p:nvPr/>
          </p:nvSpPr>
          <p:spPr>
            <a:xfrm>
              <a:off x="3468575" y="34478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8"/>
                  </a:lnTo>
                  <a:lnTo>
                    <a:pt x="2799" y="2798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17"/>
            <p:cNvSpPr/>
            <p:nvPr/>
          </p:nvSpPr>
          <p:spPr>
            <a:xfrm>
              <a:off x="3398625" y="337792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9" y="2799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17"/>
            <p:cNvSpPr/>
            <p:nvPr/>
          </p:nvSpPr>
          <p:spPr>
            <a:xfrm>
              <a:off x="3398625" y="351722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9" y="2799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17"/>
            <p:cNvSpPr/>
            <p:nvPr/>
          </p:nvSpPr>
          <p:spPr>
            <a:xfrm>
              <a:off x="3328975" y="35871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8" y="2799"/>
                  </a:lnTo>
                  <a:lnTo>
                    <a:pt x="279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17"/>
            <p:cNvSpPr/>
            <p:nvPr/>
          </p:nvSpPr>
          <p:spPr>
            <a:xfrm>
              <a:off x="3259025" y="365742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0"/>
                  </a:moveTo>
                  <a:lnTo>
                    <a:pt x="1" y="2798"/>
                  </a:lnTo>
                  <a:lnTo>
                    <a:pt x="2799" y="2798"/>
                  </a:lnTo>
                  <a:lnTo>
                    <a:pt x="279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17"/>
            <p:cNvSpPr/>
            <p:nvPr/>
          </p:nvSpPr>
          <p:spPr>
            <a:xfrm>
              <a:off x="3328975" y="33079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8" y="2799"/>
                  </a:lnTo>
                  <a:lnTo>
                    <a:pt x="279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17"/>
            <p:cNvSpPr/>
            <p:nvPr/>
          </p:nvSpPr>
          <p:spPr>
            <a:xfrm>
              <a:off x="3259025" y="323802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9" y="2799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17"/>
            <p:cNvSpPr/>
            <p:nvPr/>
          </p:nvSpPr>
          <p:spPr>
            <a:xfrm>
              <a:off x="3189075" y="31680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9" y="2799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17"/>
            <p:cNvSpPr/>
            <p:nvPr/>
          </p:nvSpPr>
          <p:spPr>
            <a:xfrm>
              <a:off x="3189075" y="37273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0"/>
                  </a:moveTo>
                  <a:lnTo>
                    <a:pt x="1" y="2798"/>
                  </a:lnTo>
                  <a:lnTo>
                    <a:pt x="2799" y="2798"/>
                  </a:lnTo>
                  <a:lnTo>
                    <a:pt x="279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17"/>
            <p:cNvSpPr/>
            <p:nvPr/>
          </p:nvSpPr>
          <p:spPr>
            <a:xfrm>
              <a:off x="3119125" y="3238025"/>
              <a:ext cx="69975" cy="489375"/>
            </a:xfrm>
            <a:custGeom>
              <a:rect b="b" l="l" r="r" t="t"/>
              <a:pathLst>
                <a:path extrusionOk="0" h="19575" w="2799">
                  <a:moveTo>
                    <a:pt x="1" y="1"/>
                  </a:moveTo>
                  <a:lnTo>
                    <a:pt x="1" y="19574"/>
                  </a:lnTo>
                  <a:lnTo>
                    <a:pt x="2799" y="19574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309" name="Google Shape;309;p17"/>
          <p:cNvCxnSpPr/>
          <p:nvPr/>
        </p:nvCxnSpPr>
        <p:spPr>
          <a:xfrm>
            <a:off x="7637750" y="-375"/>
            <a:ext cx="0" cy="418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0" name="Google Shape;310;p17"/>
          <p:cNvSpPr/>
          <p:nvPr/>
        </p:nvSpPr>
        <p:spPr>
          <a:xfrm>
            <a:off x="8510850" y="2598824"/>
            <a:ext cx="609257" cy="554057"/>
          </a:xfrm>
          <a:custGeom>
            <a:rect b="b" l="l" r="r" t="t"/>
            <a:pathLst>
              <a:path extrusionOk="0" h="42538" w="46767">
                <a:moveTo>
                  <a:pt x="8494" y="1"/>
                </a:moveTo>
                <a:lnTo>
                  <a:pt x="8494" y="4247"/>
                </a:lnTo>
                <a:lnTo>
                  <a:pt x="4230" y="4247"/>
                </a:lnTo>
                <a:lnTo>
                  <a:pt x="4230" y="8512"/>
                </a:lnTo>
                <a:lnTo>
                  <a:pt x="1" y="8512"/>
                </a:lnTo>
                <a:lnTo>
                  <a:pt x="1" y="12758"/>
                </a:lnTo>
                <a:lnTo>
                  <a:pt x="1" y="17022"/>
                </a:lnTo>
                <a:lnTo>
                  <a:pt x="1" y="21269"/>
                </a:lnTo>
                <a:lnTo>
                  <a:pt x="4230" y="21269"/>
                </a:lnTo>
                <a:lnTo>
                  <a:pt x="4230" y="25516"/>
                </a:lnTo>
                <a:lnTo>
                  <a:pt x="8494" y="25516"/>
                </a:lnTo>
                <a:lnTo>
                  <a:pt x="8494" y="29780"/>
                </a:lnTo>
                <a:lnTo>
                  <a:pt x="12758" y="29780"/>
                </a:lnTo>
                <a:lnTo>
                  <a:pt x="12758" y="34027"/>
                </a:lnTo>
                <a:lnTo>
                  <a:pt x="16987" y="34027"/>
                </a:lnTo>
                <a:lnTo>
                  <a:pt x="16987" y="38273"/>
                </a:lnTo>
                <a:lnTo>
                  <a:pt x="21252" y="38273"/>
                </a:lnTo>
                <a:lnTo>
                  <a:pt x="21252" y="42537"/>
                </a:lnTo>
                <a:lnTo>
                  <a:pt x="25516" y="42537"/>
                </a:lnTo>
                <a:lnTo>
                  <a:pt x="25516" y="38273"/>
                </a:lnTo>
                <a:lnTo>
                  <a:pt x="29745" y="38273"/>
                </a:lnTo>
                <a:lnTo>
                  <a:pt x="29745" y="34027"/>
                </a:lnTo>
                <a:lnTo>
                  <a:pt x="34009" y="34027"/>
                </a:lnTo>
                <a:lnTo>
                  <a:pt x="34009" y="29780"/>
                </a:lnTo>
                <a:lnTo>
                  <a:pt x="38273" y="29780"/>
                </a:lnTo>
                <a:lnTo>
                  <a:pt x="38273" y="25516"/>
                </a:lnTo>
                <a:lnTo>
                  <a:pt x="42520" y="25516"/>
                </a:lnTo>
                <a:lnTo>
                  <a:pt x="42520" y="21269"/>
                </a:lnTo>
                <a:lnTo>
                  <a:pt x="46767" y="21269"/>
                </a:lnTo>
                <a:lnTo>
                  <a:pt x="46767" y="17022"/>
                </a:lnTo>
                <a:lnTo>
                  <a:pt x="46767" y="12758"/>
                </a:lnTo>
                <a:lnTo>
                  <a:pt x="46767" y="8512"/>
                </a:lnTo>
                <a:lnTo>
                  <a:pt x="42520" y="8512"/>
                </a:lnTo>
                <a:lnTo>
                  <a:pt x="42520" y="4247"/>
                </a:lnTo>
                <a:lnTo>
                  <a:pt x="38273" y="4247"/>
                </a:lnTo>
                <a:lnTo>
                  <a:pt x="38273" y="1"/>
                </a:lnTo>
                <a:lnTo>
                  <a:pt x="29745" y="1"/>
                </a:lnTo>
                <a:lnTo>
                  <a:pt x="29745" y="4247"/>
                </a:lnTo>
                <a:lnTo>
                  <a:pt x="25516" y="4247"/>
                </a:lnTo>
                <a:lnTo>
                  <a:pt x="25516" y="8512"/>
                </a:lnTo>
                <a:lnTo>
                  <a:pt x="21252" y="8512"/>
                </a:lnTo>
                <a:lnTo>
                  <a:pt x="21252" y="4247"/>
                </a:lnTo>
                <a:lnTo>
                  <a:pt x="16987" y="4247"/>
                </a:lnTo>
                <a:lnTo>
                  <a:pt x="1698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8"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18"/>
          <p:cNvPicPr preferRelativeResize="0"/>
          <p:nvPr/>
        </p:nvPicPr>
        <p:blipFill>
          <a:blip r:embed="rId3">
            <a:alphaModFix amt="52999"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18"/>
          <p:cNvSpPr txBox="1"/>
          <p:nvPr>
            <p:ph type="title"/>
          </p:nvPr>
        </p:nvSpPr>
        <p:spPr>
          <a:xfrm>
            <a:off x="713225" y="484425"/>
            <a:ext cx="77175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grpSp>
        <p:nvGrpSpPr>
          <p:cNvPr id="315" name="Google Shape;315;p18"/>
          <p:cNvGrpSpPr/>
          <p:nvPr/>
        </p:nvGrpSpPr>
        <p:grpSpPr>
          <a:xfrm>
            <a:off x="301401" y="882495"/>
            <a:ext cx="369304" cy="554077"/>
            <a:chOff x="3119125" y="3168075"/>
            <a:chExt cx="419425" cy="629275"/>
          </a:xfrm>
        </p:grpSpPr>
        <p:sp>
          <p:nvSpPr>
            <p:cNvPr id="316" name="Google Shape;316;p18"/>
            <p:cNvSpPr/>
            <p:nvPr/>
          </p:nvSpPr>
          <p:spPr>
            <a:xfrm>
              <a:off x="3119125" y="3168075"/>
              <a:ext cx="419425" cy="629275"/>
            </a:xfrm>
            <a:custGeom>
              <a:rect b="b" l="l" r="r" t="t"/>
              <a:pathLst>
                <a:path extrusionOk="0" h="25171" w="16777">
                  <a:moveTo>
                    <a:pt x="2799" y="1"/>
                  </a:moveTo>
                  <a:lnTo>
                    <a:pt x="2799" y="2799"/>
                  </a:lnTo>
                  <a:lnTo>
                    <a:pt x="1" y="2799"/>
                  </a:lnTo>
                  <a:lnTo>
                    <a:pt x="1" y="22372"/>
                  </a:lnTo>
                  <a:lnTo>
                    <a:pt x="2799" y="22372"/>
                  </a:lnTo>
                  <a:lnTo>
                    <a:pt x="2799" y="25170"/>
                  </a:lnTo>
                  <a:lnTo>
                    <a:pt x="5597" y="25170"/>
                  </a:lnTo>
                  <a:lnTo>
                    <a:pt x="5597" y="22372"/>
                  </a:lnTo>
                  <a:lnTo>
                    <a:pt x="8395" y="22372"/>
                  </a:lnTo>
                  <a:lnTo>
                    <a:pt x="8395" y="19574"/>
                  </a:lnTo>
                  <a:lnTo>
                    <a:pt x="11181" y="19574"/>
                  </a:lnTo>
                  <a:lnTo>
                    <a:pt x="11181" y="16777"/>
                  </a:lnTo>
                  <a:lnTo>
                    <a:pt x="13979" y="16777"/>
                  </a:lnTo>
                  <a:lnTo>
                    <a:pt x="13979" y="13979"/>
                  </a:lnTo>
                  <a:lnTo>
                    <a:pt x="16777" y="13979"/>
                  </a:lnTo>
                  <a:lnTo>
                    <a:pt x="16777" y="11193"/>
                  </a:lnTo>
                  <a:lnTo>
                    <a:pt x="13979" y="11193"/>
                  </a:lnTo>
                  <a:lnTo>
                    <a:pt x="13979" y="8395"/>
                  </a:lnTo>
                  <a:lnTo>
                    <a:pt x="11181" y="8395"/>
                  </a:lnTo>
                  <a:lnTo>
                    <a:pt x="11181" y="5597"/>
                  </a:lnTo>
                  <a:lnTo>
                    <a:pt x="8395" y="5597"/>
                  </a:lnTo>
                  <a:lnTo>
                    <a:pt x="8395" y="2799"/>
                  </a:lnTo>
                  <a:lnTo>
                    <a:pt x="5597" y="2799"/>
                  </a:lnTo>
                  <a:lnTo>
                    <a:pt x="559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18"/>
            <p:cNvSpPr/>
            <p:nvPr/>
          </p:nvSpPr>
          <p:spPr>
            <a:xfrm>
              <a:off x="3468575" y="34478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8"/>
                  </a:lnTo>
                  <a:lnTo>
                    <a:pt x="2799" y="2798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18"/>
            <p:cNvSpPr/>
            <p:nvPr/>
          </p:nvSpPr>
          <p:spPr>
            <a:xfrm>
              <a:off x="3398625" y="337792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9" y="2799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18"/>
            <p:cNvSpPr/>
            <p:nvPr/>
          </p:nvSpPr>
          <p:spPr>
            <a:xfrm>
              <a:off x="3398625" y="351722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9" y="2799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18"/>
            <p:cNvSpPr/>
            <p:nvPr/>
          </p:nvSpPr>
          <p:spPr>
            <a:xfrm>
              <a:off x="3328975" y="35871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8" y="2799"/>
                  </a:lnTo>
                  <a:lnTo>
                    <a:pt x="279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18"/>
            <p:cNvSpPr/>
            <p:nvPr/>
          </p:nvSpPr>
          <p:spPr>
            <a:xfrm>
              <a:off x="3259025" y="365742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0"/>
                  </a:moveTo>
                  <a:lnTo>
                    <a:pt x="1" y="2798"/>
                  </a:lnTo>
                  <a:lnTo>
                    <a:pt x="2799" y="2798"/>
                  </a:lnTo>
                  <a:lnTo>
                    <a:pt x="27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18"/>
            <p:cNvSpPr/>
            <p:nvPr/>
          </p:nvSpPr>
          <p:spPr>
            <a:xfrm>
              <a:off x="3328975" y="33079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8" y="2799"/>
                  </a:lnTo>
                  <a:lnTo>
                    <a:pt x="279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18"/>
            <p:cNvSpPr/>
            <p:nvPr/>
          </p:nvSpPr>
          <p:spPr>
            <a:xfrm>
              <a:off x="3259025" y="323802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9" y="2799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18"/>
            <p:cNvSpPr/>
            <p:nvPr/>
          </p:nvSpPr>
          <p:spPr>
            <a:xfrm>
              <a:off x="3189075" y="31680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9" y="2799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18"/>
            <p:cNvSpPr/>
            <p:nvPr/>
          </p:nvSpPr>
          <p:spPr>
            <a:xfrm>
              <a:off x="3189075" y="37273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0"/>
                  </a:moveTo>
                  <a:lnTo>
                    <a:pt x="1" y="2798"/>
                  </a:lnTo>
                  <a:lnTo>
                    <a:pt x="2799" y="2798"/>
                  </a:lnTo>
                  <a:lnTo>
                    <a:pt x="27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18"/>
            <p:cNvSpPr/>
            <p:nvPr/>
          </p:nvSpPr>
          <p:spPr>
            <a:xfrm>
              <a:off x="3119125" y="3238025"/>
              <a:ext cx="69975" cy="489375"/>
            </a:xfrm>
            <a:custGeom>
              <a:rect b="b" l="l" r="r" t="t"/>
              <a:pathLst>
                <a:path extrusionOk="0" h="19575" w="2799">
                  <a:moveTo>
                    <a:pt x="1" y="1"/>
                  </a:moveTo>
                  <a:lnTo>
                    <a:pt x="1" y="19574"/>
                  </a:lnTo>
                  <a:lnTo>
                    <a:pt x="2799" y="19574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7" name="Google Shape;327;p18"/>
          <p:cNvGrpSpPr/>
          <p:nvPr/>
        </p:nvGrpSpPr>
        <p:grpSpPr>
          <a:xfrm>
            <a:off x="307800" y="3868925"/>
            <a:ext cx="356529" cy="1274575"/>
            <a:chOff x="307800" y="3868925"/>
            <a:chExt cx="356529" cy="1274575"/>
          </a:xfrm>
        </p:grpSpPr>
        <p:cxnSp>
          <p:nvCxnSpPr>
            <p:cNvPr id="328" name="Google Shape;328;p18"/>
            <p:cNvCxnSpPr/>
            <p:nvPr/>
          </p:nvCxnSpPr>
          <p:spPr>
            <a:xfrm>
              <a:off x="486075" y="4331100"/>
              <a:ext cx="0" cy="8124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29" name="Google Shape;329;p18"/>
            <p:cNvSpPr/>
            <p:nvPr/>
          </p:nvSpPr>
          <p:spPr>
            <a:xfrm>
              <a:off x="307800" y="3868925"/>
              <a:ext cx="356529" cy="356529"/>
            </a:xfrm>
            <a:custGeom>
              <a:rect b="b" l="l" r="r" t="t"/>
              <a:pathLst>
                <a:path extrusionOk="0" h="18914" w="18914">
                  <a:moveTo>
                    <a:pt x="7030" y="0"/>
                  </a:moveTo>
                  <a:lnTo>
                    <a:pt x="7030" y="3141"/>
                  </a:lnTo>
                  <a:lnTo>
                    <a:pt x="3141" y="3141"/>
                  </a:lnTo>
                  <a:lnTo>
                    <a:pt x="3141" y="7030"/>
                  </a:lnTo>
                  <a:lnTo>
                    <a:pt x="0" y="7030"/>
                  </a:lnTo>
                  <a:lnTo>
                    <a:pt x="0" y="11883"/>
                  </a:lnTo>
                  <a:lnTo>
                    <a:pt x="3141" y="11883"/>
                  </a:lnTo>
                  <a:lnTo>
                    <a:pt x="3141" y="15773"/>
                  </a:lnTo>
                  <a:lnTo>
                    <a:pt x="7030" y="15773"/>
                  </a:lnTo>
                  <a:lnTo>
                    <a:pt x="7030" y="18913"/>
                  </a:lnTo>
                  <a:lnTo>
                    <a:pt x="11884" y="18913"/>
                  </a:lnTo>
                  <a:lnTo>
                    <a:pt x="11884" y="15773"/>
                  </a:lnTo>
                  <a:lnTo>
                    <a:pt x="15773" y="15773"/>
                  </a:lnTo>
                  <a:lnTo>
                    <a:pt x="15773" y="11883"/>
                  </a:lnTo>
                  <a:lnTo>
                    <a:pt x="18914" y="11883"/>
                  </a:lnTo>
                  <a:lnTo>
                    <a:pt x="18914" y="7030"/>
                  </a:lnTo>
                  <a:lnTo>
                    <a:pt x="15773" y="7030"/>
                  </a:lnTo>
                  <a:lnTo>
                    <a:pt x="15773" y="3141"/>
                  </a:lnTo>
                  <a:lnTo>
                    <a:pt x="11884" y="3141"/>
                  </a:lnTo>
                  <a:lnTo>
                    <a:pt x="1188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0" name="Google Shape;330;p18"/>
          <p:cNvGrpSpPr/>
          <p:nvPr/>
        </p:nvGrpSpPr>
        <p:grpSpPr>
          <a:xfrm rot="10800000">
            <a:off x="8649400" y="4330103"/>
            <a:ext cx="238275" cy="812404"/>
            <a:chOff x="474950" y="-375"/>
            <a:chExt cx="238275" cy="940500"/>
          </a:xfrm>
        </p:grpSpPr>
        <p:cxnSp>
          <p:nvCxnSpPr>
            <p:cNvPr id="331" name="Google Shape;331;p18"/>
            <p:cNvCxnSpPr/>
            <p:nvPr/>
          </p:nvCxnSpPr>
          <p:spPr>
            <a:xfrm>
              <a:off x="474950" y="-375"/>
              <a:ext cx="0" cy="9405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2" name="Google Shape;332;p18"/>
            <p:cNvCxnSpPr/>
            <p:nvPr/>
          </p:nvCxnSpPr>
          <p:spPr>
            <a:xfrm>
              <a:off x="713225" y="-375"/>
              <a:ext cx="0" cy="40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33" name="Google Shape;333;p18"/>
          <p:cNvGrpSpPr/>
          <p:nvPr/>
        </p:nvGrpSpPr>
        <p:grpSpPr>
          <a:xfrm>
            <a:off x="8461296" y="0"/>
            <a:ext cx="455742" cy="2026570"/>
            <a:chOff x="8461296" y="0"/>
            <a:chExt cx="455742" cy="2026570"/>
          </a:xfrm>
        </p:grpSpPr>
        <p:cxnSp>
          <p:nvCxnSpPr>
            <p:cNvPr id="334" name="Google Shape;334;p18"/>
            <p:cNvCxnSpPr/>
            <p:nvPr/>
          </p:nvCxnSpPr>
          <p:spPr>
            <a:xfrm>
              <a:off x="8689175" y="0"/>
              <a:ext cx="0" cy="15315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335" name="Google Shape;335;p18"/>
            <p:cNvGrpSpPr/>
            <p:nvPr/>
          </p:nvGrpSpPr>
          <p:grpSpPr>
            <a:xfrm flipH="1" rot="10800000">
              <a:off x="8461296" y="1641126"/>
              <a:ext cx="455742" cy="385444"/>
              <a:chOff x="4052875" y="1592600"/>
              <a:chExt cx="737925" cy="624200"/>
            </a:xfrm>
          </p:grpSpPr>
          <p:sp>
            <p:nvSpPr>
              <p:cNvPr id="336" name="Google Shape;336;p18"/>
              <p:cNvSpPr/>
              <p:nvPr/>
            </p:nvSpPr>
            <p:spPr>
              <a:xfrm>
                <a:off x="4052875" y="1592600"/>
                <a:ext cx="737925" cy="624200"/>
              </a:xfrm>
              <a:custGeom>
                <a:rect b="b" l="l" r="r" t="t"/>
                <a:pathLst>
                  <a:path extrusionOk="0" h="24968" w="29517">
                    <a:moveTo>
                      <a:pt x="13621" y="0"/>
                    </a:moveTo>
                    <a:lnTo>
                      <a:pt x="13621" y="2262"/>
                    </a:lnTo>
                    <a:lnTo>
                      <a:pt x="11359" y="2262"/>
                    </a:lnTo>
                    <a:lnTo>
                      <a:pt x="11359" y="4548"/>
                    </a:lnTo>
                    <a:lnTo>
                      <a:pt x="9085" y="4548"/>
                    </a:lnTo>
                    <a:lnTo>
                      <a:pt x="9085" y="6810"/>
                    </a:lnTo>
                    <a:lnTo>
                      <a:pt x="6823" y="6810"/>
                    </a:lnTo>
                    <a:lnTo>
                      <a:pt x="6823" y="9061"/>
                    </a:lnTo>
                    <a:lnTo>
                      <a:pt x="4549" y="9061"/>
                    </a:lnTo>
                    <a:lnTo>
                      <a:pt x="4549" y="11347"/>
                    </a:lnTo>
                    <a:lnTo>
                      <a:pt x="2275" y="11347"/>
                    </a:lnTo>
                    <a:lnTo>
                      <a:pt x="2275" y="13609"/>
                    </a:lnTo>
                    <a:lnTo>
                      <a:pt x="1" y="13609"/>
                    </a:lnTo>
                    <a:lnTo>
                      <a:pt x="1" y="15883"/>
                    </a:lnTo>
                    <a:lnTo>
                      <a:pt x="9085" y="15883"/>
                    </a:lnTo>
                    <a:lnTo>
                      <a:pt x="9085" y="24967"/>
                    </a:lnTo>
                    <a:lnTo>
                      <a:pt x="20432" y="24967"/>
                    </a:lnTo>
                    <a:lnTo>
                      <a:pt x="20432" y="15883"/>
                    </a:lnTo>
                    <a:lnTo>
                      <a:pt x="29516" y="15883"/>
                    </a:lnTo>
                    <a:lnTo>
                      <a:pt x="29516" y="13609"/>
                    </a:lnTo>
                    <a:lnTo>
                      <a:pt x="27242" y="13609"/>
                    </a:lnTo>
                    <a:lnTo>
                      <a:pt x="27242" y="11347"/>
                    </a:lnTo>
                    <a:lnTo>
                      <a:pt x="24980" y="11347"/>
                    </a:lnTo>
                    <a:lnTo>
                      <a:pt x="24980" y="9061"/>
                    </a:lnTo>
                    <a:lnTo>
                      <a:pt x="22706" y="9061"/>
                    </a:lnTo>
                    <a:lnTo>
                      <a:pt x="22706" y="6810"/>
                    </a:lnTo>
                    <a:lnTo>
                      <a:pt x="20432" y="6810"/>
                    </a:lnTo>
                    <a:lnTo>
                      <a:pt x="20432" y="4548"/>
                    </a:lnTo>
                    <a:lnTo>
                      <a:pt x="18158" y="4548"/>
                    </a:lnTo>
                    <a:lnTo>
                      <a:pt x="18158" y="2262"/>
                    </a:lnTo>
                    <a:lnTo>
                      <a:pt x="15895" y="2262"/>
                    </a:lnTo>
                    <a:lnTo>
                      <a:pt x="1589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7" name="Google Shape;337;p18"/>
              <p:cNvSpPr/>
              <p:nvPr/>
            </p:nvSpPr>
            <p:spPr>
              <a:xfrm>
                <a:off x="4336850" y="1649450"/>
                <a:ext cx="56575" cy="56575"/>
              </a:xfrm>
              <a:custGeom>
                <a:rect b="b" l="l" r="r" t="t"/>
                <a:pathLst>
                  <a:path extrusionOk="0" h="2263" w="2263">
                    <a:moveTo>
                      <a:pt x="0" y="0"/>
                    </a:moveTo>
                    <a:lnTo>
                      <a:pt x="0" y="2262"/>
                    </a:lnTo>
                    <a:lnTo>
                      <a:pt x="2262" y="2262"/>
                    </a:lnTo>
                    <a:lnTo>
                      <a:pt x="226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" name="Google Shape;338;p18"/>
              <p:cNvSpPr/>
              <p:nvPr/>
            </p:nvSpPr>
            <p:spPr>
              <a:xfrm>
                <a:off x="4393700" y="1592875"/>
                <a:ext cx="56575" cy="56600"/>
              </a:xfrm>
              <a:custGeom>
                <a:rect b="b" l="l" r="r" t="t"/>
                <a:pathLst>
                  <a:path extrusionOk="0" h="2264" w="2263">
                    <a:moveTo>
                      <a:pt x="0" y="1"/>
                    </a:moveTo>
                    <a:lnTo>
                      <a:pt x="0" y="2263"/>
                    </a:lnTo>
                    <a:lnTo>
                      <a:pt x="2262" y="2263"/>
                    </a:lnTo>
                    <a:lnTo>
                      <a:pt x="226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" name="Google Shape;339;p18"/>
              <p:cNvSpPr/>
              <p:nvPr/>
            </p:nvSpPr>
            <p:spPr>
              <a:xfrm>
                <a:off x="4280275" y="1706300"/>
                <a:ext cx="56600" cy="56575"/>
              </a:xfrm>
              <a:custGeom>
                <a:rect b="b" l="l" r="r" t="t"/>
                <a:pathLst>
                  <a:path extrusionOk="0" h="2263" w="2264">
                    <a:moveTo>
                      <a:pt x="1" y="0"/>
                    </a:moveTo>
                    <a:lnTo>
                      <a:pt x="1" y="2262"/>
                    </a:lnTo>
                    <a:lnTo>
                      <a:pt x="2263" y="2262"/>
                    </a:lnTo>
                    <a:lnTo>
                      <a:pt x="226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0" name="Google Shape;340;p18"/>
              <p:cNvSpPr/>
              <p:nvPr/>
            </p:nvSpPr>
            <p:spPr>
              <a:xfrm>
                <a:off x="4470187" y="1762850"/>
                <a:ext cx="56575" cy="56575"/>
              </a:xfrm>
              <a:custGeom>
                <a:rect b="b" l="l" r="r" t="t"/>
                <a:pathLst>
                  <a:path extrusionOk="0" h="2263" w="2263">
                    <a:moveTo>
                      <a:pt x="1" y="0"/>
                    </a:moveTo>
                    <a:lnTo>
                      <a:pt x="1" y="2263"/>
                    </a:lnTo>
                    <a:lnTo>
                      <a:pt x="2263" y="2263"/>
                    </a:lnTo>
                    <a:lnTo>
                      <a:pt x="226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1" name="Google Shape;341;p18"/>
              <p:cNvSpPr/>
              <p:nvPr/>
            </p:nvSpPr>
            <p:spPr>
              <a:xfrm>
                <a:off x="4166275" y="1819700"/>
                <a:ext cx="56575" cy="56575"/>
              </a:xfrm>
              <a:custGeom>
                <a:rect b="b" l="l" r="r" t="t"/>
                <a:pathLst>
                  <a:path extrusionOk="0" h="2263" w="2263">
                    <a:moveTo>
                      <a:pt x="1" y="0"/>
                    </a:moveTo>
                    <a:lnTo>
                      <a:pt x="1" y="2263"/>
                    </a:lnTo>
                    <a:lnTo>
                      <a:pt x="2263" y="2263"/>
                    </a:lnTo>
                    <a:lnTo>
                      <a:pt x="226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" name="Google Shape;342;p18"/>
              <p:cNvSpPr/>
              <p:nvPr/>
            </p:nvSpPr>
            <p:spPr>
              <a:xfrm>
                <a:off x="4109725" y="1876250"/>
                <a:ext cx="56575" cy="56575"/>
              </a:xfrm>
              <a:custGeom>
                <a:rect b="b" l="l" r="r" t="t"/>
                <a:pathLst>
                  <a:path extrusionOk="0" h="2263" w="2263">
                    <a:moveTo>
                      <a:pt x="1" y="1"/>
                    </a:moveTo>
                    <a:lnTo>
                      <a:pt x="1" y="2263"/>
                    </a:lnTo>
                    <a:lnTo>
                      <a:pt x="2263" y="2263"/>
                    </a:lnTo>
                    <a:lnTo>
                      <a:pt x="22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3" name="Google Shape;343;p18"/>
              <p:cNvSpPr/>
              <p:nvPr/>
            </p:nvSpPr>
            <p:spPr>
              <a:xfrm>
                <a:off x="4052875" y="1933100"/>
                <a:ext cx="283700" cy="56575"/>
              </a:xfrm>
              <a:custGeom>
                <a:rect b="b" l="l" r="r" t="t"/>
                <a:pathLst>
                  <a:path extrusionOk="0" h="2263" w="11348">
                    <a:moveTo>
                      <a:pt x="1" y="1"/>
                    </a:moveTo>
                    <a:lnTo>
                      <a:pt x="1" y="2263"/>
                    </a:lnTo>
                    <a:lnTo>
                      <a:pt x="11347" y="2263"/>
                    </a:lnTo>
                    <a:lnTo>
                      <a:pt x="113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4" name="Google Shape;344;p18"/>
              <p:cNvSpPr/>
              <p:nvPr/>
            </p:nvSpPr>
            <p:spPr>
              <a:xfrm>
                <a:off x="4279975" y="2160225"/>
                <a:ext cx="283400" cy="56575"/>
              </a:xfrm>
              <a:custGeom>
                <a:rect b="b" l="l" r="r" t="t"/>
                <a:pathLst>
                  <a:path extrusionOk="0" h="2263" w="11336">
                    <a:moveTo>
                      <a:pt x="1" y="0"/>
                    </a:moveTo>
                    <a:lnTo>
                      <a:pt x="1" y="2262"/>
                    </a:lnTo>
                    <a:lnTo>
                      <a:pt x="11336" y="2262"/>
                    </a:lnTo>
                    <a:lnTo>
                      <a:pt x="1133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5" name="Google Shape;345;p18"/>
              <p:cNvSpPr/>
              <p:nvPr/>
            </p:nvSpPr>
            <p:spPr>
              <a:xfrm>
                <a:off x="4280275" y="1989350"/>
                <a:ext cx="56600" cy="227150"/>
              </a:xfrm>
              <a:custGeom>
                <a:rect b="b" l="l" r="r" t="t"/>
                <a:pathLst>
                  <a:path extrusionOk="0" h="9086" w="2264">
                    <a:moveTo>
                      <a:pt x="1" y="1"/>
                    </a:moveTo>
                    <a:lnTo>
                      <a:pt x="1" y="9085"/>
                    </a:lnTo>
                    <a:lnTo>
                      <a:pt x="2263" y="9085"/>
                    </a:lnTo>
                    <a:lnTo>
                      <a:pt x="22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" name="Google Shape;346;p18"/>
              <p:cNvSpPr/>
              <p:nvPr/>
            </p:nvSpPr>
            <p:spPr>
              <a:xfrm>
                <a:off x="4450250" y="1649450"/>
                <a:ext cx="56575" cy="56575"/>
              </a:xfrm>
              <a:custGeom>
                <a:rect b="b" l="l" r="r" t="t"/>
                <a:pathLst>
                  <a:path extrusionOk="0" h="2263" w="2263">
                    <a:moveTo>
                      <a:pt x="0" y="0"/>
                    </a:moveTo>
                    <a:lnTo>
                      <a:pt x="0" y="2262"/>
                    </a:lnTo>
                    <a:lnTo>
                      <a:pt x="2263" y="2262"/>
                    </a:lnTo>
                    <a:lnTo>
                      <a:pt x="226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" name="Google Shape;347;p18"/>
              <p:cNvSpPr/>
              <p:nvPr/>
            </p:nvSpPr>
            <p:spPr>
              <a:xfrm>
                <a:off x="4507100" y="1706300"/>
                <a:ext cx="56575" cy="56575"/>
              </a:xfrm>
              <a:custGeom>
                <a:rect b="b" l="l" r="r" t="t"/>
                <a:pathLst>
                  <a:path extrusionOk="0" h="2263" w="2263">
                    <a:moveTo>
                      <a:pt x="0" y="0"/>
                    </a:moveTo>
                    <a:lnTo>
                      <a:pt x="0" y="2262"/>
                    </a:lnTo>
                    <a:lnTo>
                      <a:pt x="2263" y="2262"/>
                    </a:lnTo>
                    <a:lnTo>
                      <a:pt x="226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" name="Google Shape;348;p18"/>
              <p:cNvSpPr/>
              <p:nvPr/>
            </p:nvSpPr>
            <p:spPr>
              <a:xfrm>
                <a:off x="4563650" y="1762850"/>
                <a:ext cx="56575" cy="56575"/>
              </a:xfrm>
              <a:custGeom>
                <a:rect b="b" l="l" r="r" t="t"/>
                <a:pathLst>
                  <a:path extrusionOk="0" h="2263" w="2263">
                    <a:moveTo>
                      <a:pt x="1" y="0"/>
                    </a:moveTo>
                    <a:lnTo>
                      <a:pt x="1" y="2263"/>
                    </a:lnTo>
                    <a:lnTo>
                      <a:pt x="2263" y="2263"/>
                    </a:lnTo>
                    <a:lnTo>
                      <a:pt x="226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9" name="Google Shape;349;p18"/>
              <p:cNvSpPr/>
              <p:nvPr/>
            </p:nvSpPr>
            <p:spPr>
              <a:xfrm>
                <a:off x="4620200" y="1819700"/>
                <a:ext cx="56575" cy="56575"/>
              </a:xfrm>
              <a:custGeom>
                <a:rect b="b" l="l" r="r" t="t"/>
                <a:pathLst>
                  <a:path extrusionOk="0" h="2263" w="2263">
                    <a:moveTo>
                      <a:pt x="1" y="0"/>
                    </a:moveTo>
                    <a:lnTo>
                      <a:pt x="1" y="2263"/>
                    </a:lnTo>
                    <a:lnTo>
                      <a:pt x="2263" y="2263"/>
                    </a:lnTo>
                    <a:lnTo>
                      <a:pt x="226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" name="Google Shape;350;p18"/>
              <p:cNvSpPr/>
              <p:nvPr/>
            </p:nvSpPr>
            <p:spPr>
              <a:xfrm>
                <a:off x="4677050" y="1876250"/>
                <a:ext cx="56600" cy="56575"/>
              </a:xfrm>
              <a:custGeom>
                <a:rect b="b" l="l" r="r" t="t"/>
                <a:pathLst>
                  <a:path extrusionOk="0" h="2263" w="2264">
                    <a:moveTo>
                      <a:pt x="1" y="1"/>
                    </a:moveTo>
                    <a:lnTo>
                      <a:pt x="1" y="2263"/>
                    </a:lnTo>
                    <a:lnTo>
                      <a:pt x="2263" y="2263"/>
                    </a:lnTo>
                    <a:lnTo>
                      <a:pt x="22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" name="Google Shape;351;p18"/>
              <p:cNvSpPr/>
              <p:nvPr/>
            </p:nvSpPr>
            <p:spPr>
              <a:xfrm>
                <a:off x="4506800" y="1933100"/>
                <a:ext cx="283400" cy="56575"/>
              </a:xfrm>
              <a:custGeom>
                <a:rect b="b" l="l" r="r" t="t"/>
                <a:pathLst>
                  <a:path extrusionOk="0" h="2263" w="11336">
                    <a:moveTo>
                      <a:pt x="1" y="1"/>
                    </a:moveTo>
                    <a:lnTo>
                      <a:pt x="1" y="2263"/>
                    </a:lnTo>
                    <a:lnTo>
                      <a:pt x="11335" y="2263"/>
                    </a:lnTo>
                    <a:lnTo>
                      <a:pt x="113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" name="Google Shape;352;p18"/>
              <p:cNvSpPr/>
              <p:nvPr/>
            </p:nvSpPr>
            <p:spPr>
              <a:xfrm>
                <a:off x="4507100" y="1989650"/>
                <a:ext cx="56575" cy="227150"/>
              </a:xfrm>
              <a:custGeom>
                <a:rect b="b" l="l" r="r" t="t"/>
                <a:pathLst>
                  <a:path extrusionOk="0" h="9086" w="2263">
                    <a:moveTo>
                      <a:pt x="0" y="1"/>
                    </a:moveTo>
                    <a:lnTo>
                      <a:pt x="0" y="9085"/>
                    </a:lnTo>
                    <a:lnTo>
                      <a:pt x="2263" y="9085"/>
                    </a:lnTo>
                    <a:lnTo>
                      <a:pt x="22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9"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Google Shape;354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19"/>
          <p:cNvPicPr preferRelativeResize="0"/>
          <p:nvPr/>
        </p:nvPicPr>
        <p:blipFill>
          <a:blip r:embed="rId3">
            <a:alphaModFix amt="52999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19"/>
          <p:cNvSpPr txBox="1"/>
          <p:nvPr>
            <p:ph type="title"/>
          </p:nvPr>
        </p:nvSpPr>
        <p:spPr>
          <a:xfrm>
            <a:off x="713225" y="484425"/>
            <a:ext cx="7717500" cy="59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cxnSp>
        <p:nvCxnSpPr>
          <p:cNvPr id="357" name="Google Shape;357;p19"/>
          <p:cNvCxnSpPr/>
          <p:nvPr/>
        </p:nvCxnSpPr>
        <p:spPr>
          <a:xfrm>
            <a:off x="479500" y="-375"/>
            <a:ext cx="0" cy="1472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8" name="Google Shape;358;p19"/>
          <p:cNvSpPr/>
          <p:nvPr/>
        </p:nvSpPr>
        <p:spPr>
          <a:xfrm>
            <a:off x="174875" y="1590499"/>
            <a:ext cx="609257" cy="554057"/>
          </a:xfrm>
          <a:custGeom>
            <a:rect b="b" l="l" r="r" t="t"/>
            <a:pathLst>
              <a:path extrusionOk="0" h="42538" w="46767">
                <a:moveTo>
                  <a:pt x="8494" y="1"/>
                </a:moveTo>
                <a:lnTo>
                  <a:pt x="8494" y="4247"/>
                </a:lnTo>
                <a:lnTo>
                  <a:pt x="4230" y="4247"/>
                </a:lnTo>
                <a:lnTo>
                  <a:pt x="4230" y="8512"/>
                </a:lnTo>
                <a:lnTo>
                  <a:pt x="1" y="8512"/>
                </a:lnTo>
                <a:lnTo>
                  <a:pt x="1" y="12758"/>
                </a:lnTo>
                <a:lnTo>
                  <a:pt x="1" y="17022"/>
                </a:lnTo>
                <a:lnTo>
                  <a:pt x="1" y="21269"/>
                </a:lnTo>
                <a:lnTo>
                  <a:pt x="4230" y="21269"/>
                </a:lnTo>
                <a:lnTo>
                  <a:pt x="4230" y="25516"/>
                </a:lnTo>
                <a:lnTo>
                  <a:pt x="8494" y="25516"/>
                </a:lnTo>
                <a:lnTo>
                  <a:pt x="8494" y="29780"/>
                </a:lnTo>
                <a:lnTo>
                  <a:pt x="12758" y="29780"/>
                </a:lnTo>
                <a:lnTo>
                  <a:pt x="12758" y="34027"/>
                </a:lnTo>
                <a:lnTo>
                  <a:pt x="16987" y="34027"/>
                </a:lnTo>
                <a:lnTo>
                  <a:pt x="16987" y="38273"/>
                </a:lnTo>
                <a:lnTo>
                  <a:pt x="21252" y="38273"/>
                </a:lnTo>
                <a:lnTo>
                  <a:pt x="21252" y="42537"/>
                </a:lnTo>
                <a:lnTo>
                  <a:pt x="25516" y="42537"/>
                </a:lnTo>
                <a:lnTo>
                  <a:pt x="25516" y="38273"/>
                </a:lnTo>
                <a:lnTo>
                  <a:pt x="29745" y="38273"/>
                </a:lnTo>
                <a:lnTo>
                  <a:pt x="29745" y="34027"/>
                </a:lnTo>
                <a:lnTo>
                  <a:pt x="34009" y="34027"/>
                </a:lnTo>
                <a:lnTo>
                  <a:pt x="34009" y="29780"/>
                </a:lnTo>
                <a:lnTo>
                  <a:pt x="38273" y="29780"/>
                </a:lnTo>
                <a:lnTo>
                  <a:pt x="38273" y="25516"/>
                </a:lnTo>
                <a:lnTo>
                  <a:pt x="42520" y="25516"/>
                </a:lnTo>
                <a:lnTo>
                  <a:pt x="42520" y="21269"/>
                </a:lnTo>
                <a:lnTo>
                  <a:pt x="46767" y="21269"/>
                </a:lnTo>
                <a:lnTo>
                  <a:pt x="46767" y="17022"/>
                </a:lnTo>
                <a:lnTo>
                  <a:pt x="46767" y="12758"/>
                </a:lnTo>
                <a:lnTo>
                  <a:pt x="46767" y="8512"/>
                </a:lnTo>
                <a:lnTo>
                  <a:pt x="42520" y="8512"/>
                </a:lnTo>
                <a:lnTo>
                  <a:pt x="42520" y="4247"/>
                </a:lnTo>
                <a:lnTo>
                  <a:pt x="38273" y="4247"/>
                </a:lnTo>
                <a:lnTo>
                  <a:pt x="38273" y="1"/>
                </a:lnTo>
                <a:lnTo>
                  <a:pt x="29745" y="1"/>
                </a:lnTo>
                <a:lnTo>
                  <a:pt x="29745" y="4247"/>
                </a:lnTo>
                <a:lnTo>
                  <a:pt x="25516" y="4247"/>
                </a:lnTo>
                <a:lnTo>
                  <a:pt x="25516" y="8512"/>
                </a:lnTo>
                <a:lnTo>
                  <a:pt x="21252" y="8512"/>
                </a:lnTo>
                <a:lnTo>
                  <a:pt x="21252" y="4247"/>
                </a:lnTo>
                <a:lnTo>
                  <a:pt x="16987" y="4247"/>
                </a:lnTo>
                <a:lnTo>
                  <a:pt x="1698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9" name="Google Shape;359;p19"/>
          <p:cNvGrpSpPr/>
          <p:nvPr/>
        </p:nvGrpSpPr>
        <p:grpSpPr>
          <a:xfrm flipH="1">
            <a:off x="8458225" y="-375"/>
            <a:ext cx="238275" cy="812404"/>
            <a:chOff x="474950" y="-375"/>
            <a:chExt cx="238275" cy="940500"/>
          </a:xfrm>
        </p:grpSpPr>
        <p:cxnSp>
          <p:nvCxnSpPr>
            <p:cNvPr id="360" name="Google Shape;360;p19"/>
            <p:cNvCxnSpPr/>
            <p:nvPr/>
          </p:nvCxnSpPr>
          <p:spPr>
            <a:xfrm>
              <a:off x="474950" y="-375"/>
              <a:ext cx="0" cy="9405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1" name="Google Shape;361;p19"/>
            <p:cNvCxnSpPr/>
            <p:nvPr/>
          </p:nvCxnSpPr>
          <p:spPr>
            <a:xfrm>
              <a:off x="713225" y="-375"/>
              <a:ext cx="0" cy="40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62" name="Google Shape;362;p19"/>
          <p:cNvSpPr/>
          <p:nvPr/>
        </p:nvSpPr>
        <p:spPr>
          <a:xfrm>
            <a:off x="8520563" y="938375"/>
            <a:ext cx="356529" cy="356529"/>
          </a:xfrm>
          <a:custGeom>
            <a:rect b="b" l="l" r="r" t="t"/>
            <a:pathLst>
              <a:path extrusionOk="0" h="18914" w="18914">
                <a:moveTo>
                  <a:pt x="7030" y="0"/>
                </a:moveTo>
                <a:lnTo>
                  <a:pt x="7030" y="3141"/>
                </a:lnTo>
                <a:lnTo>
                  <a:pt x="3141" y="3141"/>
                </a:lnTo>
                <a:lnTo>
                  <a:pt x="3141" y="7030"/>
                </a:lnTo>
                <a:lnTo>
                  <a:pt x="0" y="7030"/>
                </a:lnTo>
                <a:lnTo>
                  <a:pt x="0" y="11883"/>
                </a:lnTo>
                <a:lnTo>
                  <a:pt x="3141" y="11883"/>
                </a:lnTo>
                <a:lnTo>
                  <a:pt x="3141" y="15773"/>
                </a:lnTo>
                <a:lnTo>
                  <a:pt x="7030" y="15773"/>
                </a:lnTo>
                <a:lnTo>
                  <a:pt x="7030" y="18913"/>
                </a:lnTo>
                <a:lnTo>
                  <a:pt x="11884" y="18913"/>
                </a:lnTo>
                <a:lnTo>
                  <a:pt x="11884" y="15773"/>
                </a:lnTo>
                <a:lnTo>
                  <a:pt x="15773" y="15773"/>
                </a:lnTo>
                <a:lnTo>
                  <a:pt x="15773" y="11883"/>
                </a:lnTo>
                <a:lnTo>
                  <a:pt x="18914" y="11883"/>
                </a:lnTo>
                <a:lnTo>
                  <a:pt x="18914" y="7030"/>
                </a:lnTo>
                <a:lnTo>
                  <a:pt x="15773" y="7030"/>
                </a:lnTo>
                <a:lnTo>
                  <a:pt x="15773" y="3141"/>
                </a:lnTo>
                <a:lnTo>
                  <a:pt x="11884" y="3141"/>
                </a:lnTo>
                <a:lnTo>
                  <a:pt x="1188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63" name="Google Shape;363;p19"/>
          <p:cNvGrpSpPr/>
          <p:nvPr/>
        </p:nvGrpSpPr>
        <p:grpSpPr>
          <a:xfrm flipH="1" rot="10800000">
            <a:off x="398750" y="3777800"/>
            <a:ext cx="238275" cy="1365700"/>
            <a:chOff x="474950" y="-375"/>
            <a:chExt cx="238275" cy="940500"/>
          </a:xfrm>
        </p:grpSpPr>
        <p:cxnSp>
          <p:nvCxnSpPr>
            <p:cNvPr id="364" name="Google Shape;364;p19"/>
            <p:cNvCxnSpPr/>
            <p:nvPr/>
          </p:nvCxnSpPr>
          <p:spPr>
            <a:xfrm>
              <a:off x="474950" y="-375"/>
              <a:ext cx="0" cy="9405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5" name="Google Shape;365;p19"/>
            <p:cNvCxnSpPr/>
            <p:nvPr/>
          </p:nvCxnSpPr>
          <p:spPr>
            <a:xfrm>
              <a:off x="713225" y="-375"/>
              <a:ext cx="0" cy="40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366" name="Google Shape;366;p19"/>
          <p:cNvCxnSpPr/>
          <p:nvPr/>
        </p:nvCxnSpPr>
        <p:spPr>
          <a:xfrm>
            <a:off x="8546450" y="3324550"/>
            <a:ext cx="0" cy="1818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67" name="Google Shape;367;p19"/>
          <p:cNvGrpSpPr/>
          <p:nvPr/>
        </p:nvGrpSpPr>
        <p:grpSpPr>
          <a:xfrm>
            <a:off x="8220574" y="2495543"/>
            <a:ext cx="651756" cy="651514"/>
            <a:chOff x="2814625" y="1652725"/>
            <a:chExt cx="2428300" cy="2427400"/>
          </a:xfrm>
        </p:grpSpPr>
        <p:sp>
          <p:nvSpPr>
            <p:cNvPr id="368" name="Google Shape;368;p19"/>
            <p:cNvSpPr/>
            <p:nvPr/>
          </p:nvSpPr>
          <p:spPr>
            <a:xfrm>
              <a:off x="3161400" y="1995900"/>
              <a:ext cx="173550" cy="173575"/>
            </a:xfrm>
            <a:custGeom>
              <a:rect b="b" l="l" r="r" t="t"/>
              <a:pathLst>
                <a:path extrusionOk="0" h="6943" w="6942">
                  <a:moveTo>
                    <a:pt x="0" y="1"/>
                  </a:moveTo>
                  <a:lnTo>
                    <a:pt x="0" y="6942"/>
                  </a:lnTo>
                  <a:lnTo>
                    <a:pt x="6942" y="6942"/>
                  </a:lnTo>
                  <a:lnTo>
                    <a:pt x="694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19"/>
            <p:cNvSpPr/>
            <p:nvPr/>
          </p:nvSpPr>
          <p:spPr>
            <a:xfrm>
              <a:off x="2988150" y="2169450"/>
              <a:ext cx="173275" cy="346800"/>
            </a:xfrm>
            <a:custGeom>
              <a:rect b="b" l="l" r="r" t="t"/>
              <a:pathLst>
                <a:path extrusionOk="0" h="13872" w="6931">
                  <a:moveTo>
                    <a:pt x="1" y="0"/>
                  </a:moveTo>
                  <a:lnTo>
                    <a:pt x="1" y="6930"/>
                  </a:lnTo>
                  <a:lnTo>
                    <a:pt x="1" y="13871"/>
                  </a:lnTo>
                  <a:lnTo>
                    <a:pt x="6930" y="13871"/>
                  </a:lnTo>
                  <a:lnTo>
                    <a:pt x="6930" y="6930"/>
                  </a:lnTo>
                  <a:lnTo>
                    <a:pt x="693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19"/>
            <p:cNvSpPr/>
            <p:nvPr/>
          </p:nvSpPr>
          <p:spPr>
            <a:xfrm>
              <a:off x="3616500" y="2175100"/>
              <a:ext cx="173875" cy="520325"/>
            </a:xfrm>
            <a:custGeom>
              <a:rect b="b" l="l" r="r" t="t"/>
              <a:pathLst>
                <a:path extrusionOk="0" h="20813" w="6955">
                  <a:moveTo>
                    <a:pt x="1" y="0"/>
                  </a:moveTo>
                  <a:lnTo>
                    <a:pt x="1" y="6942"/>
                  </a:lnTo>
                  <a:lnTo>
                    <a:pt x="1" y="13883"/>
                  </a:lnTo>
                  <a:lnTo>
                    <a:pt x="1" y="20813"/>
                  </a:lnTo>
                  <a:lnTo>
                    <a:pt x="6954" y="20813"/>
                  </a:lnTo>
                  <a:lnTo>
                    <a:pt x="6954" y="13883"/>
                  </a:lnTo>
                  <a:lnTo>
                    <a:pt x="6954" y="6942"/>
                  </a:lnTo>
                  <a:lnTo>
                    <a:pt x="695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19"/>
            <p:cNvSpPr/>
            <p:nvPr/>
          </p:nvSpPr>
          <p:spPr>
            <a:xfrm>
              <a:off x="4230875" y="2175100"/>
              <a:ext cx="173250" cy="520325"/>
            </a:xfrm>
            <a:custGeom>
              <a:rect b="b" l="l" r="r" t="t"/>
              <a:pathLst>
                <a:path extrusionOk="0" h="20813" w="6930">
                  <a:moveTo>
                    <a:pt x="0" y="0"/>
                  </a:moveTo>
                  <a:lnTo>
                    <a:pt x="0" y="6942"/>
                  </a:lnTo>
                  <a:lnTo>
                    <a:pt x="0" y="13883"/>
                  </a:lnTo>
                  <a:lnTo>
                    <a:pt x="0" y="20813"/>
                  </a:lnTo>
                  <a:lnTo>
                    <a:pt x="6930" y="20813"/>
                  </a:lnTo>
                  <a:lnTo>
                    <a:pt x="6930" y="13883"/>
                  </a:lnTo>
                  <a:lnTo>
                    <a:pt x="6930" y="6942"/>
                  </a:lnTo>
                  <a:lnTo>
                    <a:pt x="693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19"/>
            <p:cNvSpPr/>
            <p:nvPr/>
          </p:nvSpPr>
          <p:spPr>
            <a:xfrm>
              <a:off x="2814625" y="2519200"/>
              <a:ext cx="346800" cy="1040625"/>
            </a:xfrm>
            <a:custGeom>
              <a:rect b="b" l="l" r="r" t="t"/>
              <a:pathLst>
                <a:path extrusionOk="0" h="41625" w="13872">
                  <a:moveTo>
                    <a:pt x="1" y="0"/>
                  </a:moveTo>
                  <a:lnTo>
                    <a:pt x="1" y="6930"/>
                  </a:lnTo>
                  <a:lnTo>
                    <a:pt x="1" y="13871"/>
                  </a:lnTo>
                  <a:lnTo>
                    <a:pt x="1" y="20800"/>
                  </a:lnTo>
                  <a:lnTo>
                    <a:pt x="1" y="27742"/>
                  </a:lnTo>
                  <a:lnTo>
                    <a:pt x="6942" y="27742"/>
                  </a:lnTo>
                  <a:lnTo>
                    <a:pt x="6942" y="20800"/>
                  </a:lnTo>
                  <a:lnTo>
                    <a:pt x="6942" y="13871"/>
                  </a:lnTo>
                  <a:lnTo>
                    <a:pt x="6942" y="6930"/>
                  </a:lnTo>
                  <a:lnTo>
                    <a:pt x="6942" y="0"/>
                  </a:lnTo>
                  <a:close/>
                  <a:moveTo>
                    <a:pt x="6942" y="27742"/>
                  </a:moveTo>
                  <a:lnTo>
                    <a:pt x="6942" y="34671"/>
                  </a:lnTo>
                  <a:lnTo>
                    <a:pt x="6942" y="41624"/>
                  </a:lnTo>
                  <a:lnTo>
                    <a:pt x="13871" y="41624"/>
                  </a:lnTo>
                  <a:lnTo>
                    <a:pt x="13871" y="34671"/>
                  </a:lnTo>
                  <a:lnTo>
                    <a:pt x="13871" y="2774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19"/>
            <p:cNvSpPr/>
            <p:nvPr/>
          </p:nvSpPr>
          <p:spPr>
            <a:xfrm>
              <a:off x="3161400" y="3559800"/>
              <a:ext cx="173550" cy="173550"/>
            </a:xfrm>
            <a:custGeom>
              <a:rect b="b" l="l" r="r" t="t"/>
              <a:pathLst>
                <a:path extrusionOk="0" h="6942" w="6942">
                  <a:moveTo>
                    <a:pt x="0" y="0"/>
                  </a:moveTo>
                  <a:lnTo>
                    <a:pt x="0" y="6942"/>
                  </a:lnTo>
                  <a:lnTo>
                    <a:pt x="6942" y="6942"/>
                  </a:lnTo>
                  <a:lnTo>
                    <a:pt x="69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19"/>
            <p:cNvSpPr/>
            <p:nvPr/>
          </p:nvSpPr>
          <p:spPr>
            <a:xfrm>
              <a:off x="3334925" y="3733325"/>
              <a:ext cx="347100" cy="173250"/>
            </a:xfrm>
            <a:custGeom>
              <a:rect b="b" l="l" r="r" t="t"/>
              <a:pathLst>
                <a:path extrusionOk="0" h="6930" w="13884">
                  <a:moveTo>
                    <a:pt x="1" y="1"/>
                  </a:moveTo>
                  <a:lnTo>
                    <a:pt x="1" y="6930"/>
                  </a:lnTo>
                  <a:lnTo>
                    <a:pt x="13883" y="6930"/>
                  </a:lnTo>
                  <a:lnTo>
                    <a:pt x="138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19"/>
            <p:cNvSpPr/>
            <p:nvPr/>
          </p:nvSpPr>
          <p:spPr>
            <a:xfrm>
              <a:off x="4375525" y="3733325"/>
              <a:ext cx="346800" cy="173250"/>
            </a:xfrm>
            <a:custGeom>
              <a:rect b="b" l="l" r="r" t="t"/>
              <a:pathLst>
                <a:path extrusionOk="0" h="6930" w="13872">
                  <a:moveTo>
                    <a:pt x="1" y="1"/>
                  </a:moveTo>
                  <a:lnTo>
                    <a:pt x="1" y="6930"/>
                  </a:lnTo>
                  <a:lnTo>
                    <a:pt x="13872" y="6930"/>
                  </a:lnTo>
                  <a:lnTo>
                    <a:pt x="1387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19"/>
            <p:cNvSpPr/>
            <p:nvPr/>
          </p:nvSpPr>
          <p:spPr>
            <a:xfrm>
              <a:off x="4722300" y="3559800"/>
              <a:ext cx="173275" cy="173550"/>
            </a:xfrm>
            <a:custGeom>
              <a:rect b="b" l="l" r="r" t="t"/>
              <a:pathLst>
                <a:path extrusionOk="0" h="6942" w="6931">
                  <a:moveTo>
                    <a:pt x="1" y="0"/>
                  </a:moveTo>
                  <a:lnTo>
                    <a:pt x="1" y="6942"/>
                  </a:lnTo>
                  <a:lnTo>
                    <a:pt x="6930" y="6942"/>
                  </a:lnTo>
                  <a:lnTo>
                    <a:pt x="693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19"/>
            <p:cNvSpPr/>
            <p:nvPr/>
          </p:nvSpPr>
          <p:spPr>
            <a:xfrm>
              <a:off x="4895850" y="3212725"/>
              <a:ext cx="173550" cy="347100"/>
            </a:xfrm>
            <a:custGeom>
              <a:rect b="b" l="l" r="r" t="t"/>
              <a:pathLst>
                <a:path extrusionOk="0" h="13884" w="6942">
                  <a:moveTo>
                    <a:pt x="0" y="1"/>
                  </a:moveTo>
                  <a:lnTo>
                    <a:pt x="0" y="6954"/>
                  </a:lnTo>
                  <a:lnTo>
                    <a:pt x="0" y="13883"/>
                  </a:lnTo>
                  <a:lnTo>
                    <a:pt x="6941" y="13883"/>
                  </a:lnTo>
                  <a:lnTo>
                    <a:pt x="6941" y="6954"/>
                  </a:lnTo>
                  <a:lnTo>
                    <a:pt x="694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19"/>
            <p:cNvSpPr/>
            <p:nvPr/>
          </p:nvSpPr>
          <p:spPr>
            <a:xfrm>
              <a:off x="5069375" y="2519200"/>
              <a:ext cx="173550" cy="693550"/>
            </a:xfrm>
            <a:custGeom>
              <a:rect b="b" l="l" r="r" t="t"/>
              <a:pathLst>
                <a:path extrusionOk="0" h="27742" w="6942">
                  <a:moveTo>
                    <a:pt x="0" y="0"/>
                  </a:moveTo>
                  <a:lnTo>
                    <a:pt x="0" y="6930"/>
                  </a:lnTo>
                  <a:lnTo>
                    <a:pt x="0" y="13871"/>
                  </a:lnTo>
                  <a:lnTo>
                    <a:pt x="0" y="20800"/>
                  </a:lnTo>
                  <a:lnTo>
                    <a:pt x="0" y="27742"/>
                  </a:lnTo>
                  <a:lnTo>
                    <a:pt x="6942" y="27742"/>
                  </a:lnTo>
                  <a:lnTo>
                    <a:pt x="6942" y="20800"/>
                  </a:lnTo>
                  <a:lnTo>
                    <a:pt x="6942" y="13871"/>
                  </a:lnTo>
                  <a:lnTo>
                    <a:pt x="6942" y="6930"/>
                  </a:lnTo>
                  <a:lnTo>
                    <a:pt x="69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19"/>
            <p:cNvSpPr/>
            <p:nvPr/>
          </p:nvSpPr>
          <p:spPr>
            <a:xfrm>
              <a:off x="4895850" y="2172425"/>
              <a:ext cx="173550" cy="346800"/>
            </a:xfrm>
            <a:custGeom>
              <a:rect b="b" l="l" r="r" t="t"/>
              <a:pathLst>
                <a:path extrusionOk="0" h="13872" w="6942">
                  <a:moveTo>
                    <a:pt x="0" y="0"/>
                  </a:moveTo>
                  <a:lnTo>
                    <a:pt x="0" y="6930"/>
                  </a:lnTo>
                  <a:lnTo>
                    <a:pt x="0" y="13871"/>
                  </a:lnTo>
                  <a:lnTo>
                    <a:pt x="6941" y="13871"/>
                  </a:lnTo>
                  <a:lnTo>
                    <a:pt x="6941" y="6930"/>
                  </a:lnTo>
                  <a:lnTo>
                    <a:pt x="69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19"/>
            <p:cNvSpPr/>
            <p:nvPr/>
          </p:nvSpPr>
          <p:spPr>
            <a:xfrm>
              <a:off x="4722300" y="1998875"/>
              <a:ext cx="173275" cy="173575"/>
            </a:xfrm>
            <a:custGeom>
              <a:rect b="b" l="l" r="r" t="t"/>
              <a:pathLst>
                <a:path extrusionOk="0" h="6943" w="6931">
                  <a:moveTo>
                    <a:pt x="1" y="1"/>
                  </a:moveTo>
                  <a:lnTo>
                    <a:pt x="1" y="6942"/>
                  </a:lnTo>
                  <a:lnTo>
                    <a:pt x="6930" y="6942"/>
                  </a:lnTo>
                  <a:lnTo>
                    <a:pt x="693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19"/>
            <p:cNvSpPr/>
            <p:nvPr/>
          </p:nvSpPr>
          <p:spPr>
            <a:xfrm>
              <a:off x="3334925" y="1652725"/>
              <a:ext cx="1387400" cy="346175"/>
            </a:xfrm>
            <a:custGeom>
              <a:rect b="b" l="l" r="r" t="t"/>
              <a:pathLst>
                <a:path extrusionOk="0" h="13847" w="55496">
                  <a:moveTo>
                    <a:pt x="6954" y="0"/>
                  </a:moveTo>
                  <a:lnTo>
                    <a:pt x="6954" y="6799"/>
                  </a:lnTo>
                  <a:lnTo>
                    <a:pt x="1" y="6799"/>
                  </a:lnTo>
                  <a:lnTo>
                    <a:pt x="1" y="13728"/>
                  </a:lnTo>
                  <a:lnTo>
                    <a:pt x="6954" y="13728"/>
                  </a:lnTo>
                  <a:lnTo>
                    <a:pt x="6954" y="6929"/>
                  </a:lnTo>
                  <a:lnTo>
                    <a:pt x="48554" y="6929"/>
                  </a:lnTo>
                  <a:lnTo>
                    <a:pt x="48554" y="13847"/>
                  </a:lnTo>
                  <a:lnTo>
                    <a:pt x="55496" y="13847"/>
                  </a:lnTo>
                  <a:lnTo>
                    <a:pt x="55496" y="6918"/>
                  </a:lnTo>
                  <a:lnTo>
                    <a:pt x="48554" y="6918"/>
                  </a:lnTo>
                  <a:lnTo>
                    <a:pt x="4855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19"/>
            <p:cNvSpPr/>
            <p:nvPr/>
          </p:nvSpPr>
          <p:spPr>
            <a:xfrm>
              <a:off x="3682000" y="3906550"/>
              <a:ext cx="693550" cy="173575"/>
            </a:xfrm>
            <a:custGeom>
              <a:rect b="b" l="l" r="r" t="t"/>
              <a:pathLst>
                <a:path extrusionOk="0" h="6943" w="27742">
                  <a:moveTo>
                    <a:pt x="0" y="1"/>
                  </a:moveTo>
                  <a:lnTo>
                    <a:pt x="0" y="6942"/>
                  </a:lnTo>
                  <a:lnTo>
                    <a:pt x="27742" y="6942"/>
                  </a:lnTo>
                  <a:lnTo>
                    <a:pt x="2774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19"/>
            <p:cNvSpPr/>
            <p:nvPr/>
          </p:nvSpPr>
          <p:spPr>
            <a:xfrm>
              <a:off x="3682000" y="3186225"/>
              <a:ext cx="693550" cy="173575"/>
            </a:xfrm>
            <a:custGeom>
              <a:rect b="b" l="l" r="r" t="t"/>
              <a:pathLst>
                <a:path extrusionOk="0" h="6943" w="27742">
                  <a:moveTo>
                    <a:pt x="0" y="1"/>
                  </a:moveTo>
                  <a:lnTo>
                    <a:pt x="0" y="6942"/>
                  </a:lnTo>
                  <a:lnTo>
                    <a:pt x="27742" y="6942"/>
                  </a:lnTo>
                  <a:lnTo>
                    <a:pt x="2774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19"/>
            <p:cNvSpPr/>
            <p:nvPr/>
          </p:nvSpPr>
          <p:spPr>
            <a:xfrm>
              <a:off x="4375525" y="3013000"/>
              <a:ext cx="173275" cy="173250"/>
            </a:xfrm>
            <a:custGeom>
              <a:rect b="b" l="l" r="r" t="t"/>
              <a:pathLst>
                <a:path extrusionOk="0" h="6930" w="6931">
                  <a:moveTo>
                    <a:pt x="1" y="1"/>
                  </a:moveTo>
                  <a:lnTo>
                    <a:pt x="1" y="6930"/>
                  </a:lnTo>
                  <a:lnTo>
                    <a:pt x="6930" y="6930"/>
                  </a:lnTo>
                  <a:lnTo>
                    <a:pt x="693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19"/>
            <p:cNvSpPr/>
            <p:nvPr/>
          </p:nvSpPr>
          <p:spPr>
            <a:xfrm>
              <a:off x="3508750" y="3013000"/>
              <a:ext cx="173275" cy="173250"/>
            </a:xfrm>
            <a:custGeom>
              <a:rect b="b" l="l" r="r" t="t"/>
              <a:pathLst>
                <a:path extrusionOk="0" h="6930" w="6931">
                  <a:moveTo>
                    <a:pt x="1" y="1"/>
                  </a:moveTo>
                  <a:lnTo>
                    <a:pt x="1" y="6930"/>
                  </a:lnTo>
                  <a:lnTo>
                    <a:pt x="6930" y="6930"/>
                  </a:lnTo>
                  <a:lnTo>
                    <a:pt x="693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10"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" name="Google Shape;387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20"/>
          <p:cNvPicPr preferRelativeResize="0"/>
          <p:nvPr/>
        </p:nvPicPr>
        <p:blipFill>
          <a:blip r:embed="rId3">
            <a:alphaModFix amt="52999"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20"/>
          <p:cNvSpPr txBox="1"/>
          <p:nvPr>
            <p:ph type="title"/>
          </p:nvPr>
        </p:nvSpPr>
        <p:spPr>
          <a:xfrm flipH="1">
            <a:off x="713225" y="484425"/>
            <a:ext cx="2798700" cy="9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390" name="Google Shape;390;p20"/>
          <p:cNvSpPr txBox="1"/>
          <p:nvPr>
            <p:ph idx="1" type="subTitle"/>
          </p:nvPr>
        </p:nvSpPr>
        <p:spPr>
          <a:xfrm flipH="1">
            <a:off x="713225" y="1402900"/>
            <a:ext cx="2798700" cy="10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91" name="Google Shape;391;p20"/>
          <p:cNvSpPr/>
          <p:nvPr>
            <p:ph idx="2" type="pic"/>
          </p:nvPr>
        </p:nvSpPr>
        <p:spPr>
          <a:xfrm>
            <a:off x="6442101" y="-3200"/>
            <a:ext cx="27078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92" name="Google Shape;392;p20"/>
          <p:cNvSpPr/>
          <p:nvPr>
            <p:ph idx="3" type="pic"/>
          </p:nvPr>
        </p:nvSpPr>
        <p:spPr>
          <a:xfrm>
            <a:off x="0" y="2969801"/>
            <a:ext cx="6300900" cy="2170500"/>
          </a:xfrm>
          <a:prstGeom prst="rect">
            <a:avLst/>
          </a:prstGeom>
          <a:noFill/>
          <a:ln>
            <a:noFill/>
          </a:ln>
        </p:spPr>
      </p:sp>
      <p:sp>
        <p:nvSpPr>
          <p:cNvPr id="393" name="Google Shape;393;p20"/>
          <p:cNvSpPr/>
          <p:nvPr>
            <p:ph idx="4" type="pic"/>
          </p:nvPr>
        </p:nvSpPr>
        <p:spPr>
          <a:xfrm flipH="1">
            <a:off x="4231726" y="-3200"/>
            <a:ext cx="2069100" cy="28317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394" name="Google Shape;394;p20"/>
          <p:cNvGrpSpPr/>
          <p:nvPr/>
        </p:nvGrpSpPr>
        <p:grpSpPr>
          <a:xfrm>
            <a:off x="292450" y="-375"/>
            <a:ext cx="238275" cy="1216255"/>
            <a:chOff x="474950" y="-375"/>
            <a:chExt cx="238275" cy="940500"/>
          </a:xfrm>
        </p:grpSpPr>
        <p:cxnSp>
          <p:nvCxnSpPr>
            <p:cNvPr id="395" name="Google Shape;395;p20"/>
            <p:cNvCxnSpPr/>
            <p:nvPr/>
          </p:nvCxnSpPr>
          <p:spPr>
            <a:xfrm>
              <a:off x="474950" y="-375"/>
              <a:ext cx="0" cy="9405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6" name="Google Shape;396;p20"/>
            <p:cNvCxnSpPr/>
            <p:nvPr/>
          </p:nvCxnSpPr>
          <p:spPr>
            <a:xfrm>
              <a:off x="713225" y="-375"/>
              <a:ext cx="0" cy="40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97" name="Google Shape;397;p20"/>
          <p:cNvSpPr/>
          <p:nvPr/>
        </p:nvSpPr>
        <p:spPr>
          <a:xfrm>
            <a:off x="116625" y="1310725"/>
            <a:ext cx="356529" cy="356529"/>
          </a:xfrm>
          <a:custGeom>
            <a:rect b="b" l="l" r="r" t="t"/>
            <a:pathLst>
              <a:path extrusionOk="0" h="18914" w="18914">
                <a:moveTo>
                  <a:pt x="7030" y="0"/>
                </a:moveTo>
                <a:lnTo>
                  <a:pt x="7030" y="3141"/>
                </a:lnTo>
                <a:lnTo>
                  <a:pt x="3141" y="3141"/>
                </a:lnTo>
                <a:lnTo>
                  <a:pt x="3141" y="7030"/>
                </a:lnTo>
                <a:lnTo>
                  <a:pt x="0" y="7030"/>
                </a:lnTo>
                <a:lnTo>
                  <a:pt x="0" y="11883"/>
                </a:lnTo>
                <a:lnTo>
                  <a:pt x="3141" y="11883"/>
                </a:lnTo>
                <a:lnTo>
                  <a:pt x="3141" y="15773"/>
                </a:lnTo>
                <a:lnTo>
                  <a:pt x="7030" y="15773"/>
                </a:lnTo>
                <a:lnTo>
                  <a:pt x="7030" y="18913"/>
                </a:lnTo>
                <a:lnTo>
                  <a:pt x="11884" y="18913"/>
                </a:lnTo>
                <a:lnTo>
                  <a:pt x="11884" y="15773"/>
                </a:lnTo>
                <a:lnTo>
                  <a:pt x="15773" y="15773"/>
                </a:lnTo>
                <a:lnTo>
                  <a:pt x="15773" y="11883"/>
                </a:lnTo>
                <a:lnTo>
                  <a:pt x="18914" y="11883"/>
                </a:lnTo>
                <a:lnTo>
                  <a:pt x="18914" y="7030"/>
                </a:lnTo>
                <a:lnTo>
                  <a:pt x="15773" y="7030"/>
                </a:lnTo>
                <a:lnTo>
                  <a:pt x="15773" y="3141"/>
                </a:lnTo>
                <a:lnTo>
                  <a:pt x="11884" y="3141"/>
                </a:lnTo>
                <a:lnTo>
                  <a:pt x="1188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4"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" name="Google Shape;399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21"/>
          <p:cNvPicPr preferRelativeResize="0"/>
          <p:nvPr/>
        </p:nvPicPr>
        <p:blipFill>
          <a:blip r:embed="rId3">
            <a:alphaModFix amt="52999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21"/>
          <p:cNvSpPr txBox="1"/>
          <p:nvPr>
            <p:ph type="title"/>
          </p:nvPr>
        </p:nvSpPr>
        <p:spPr>
          <a:xfrm>
            <a:off x="713225" y="484425"/>
            <a:ext cx="7717500" cy="5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402" name="Google Shape;402;p21"/>
          <p:cNvSpPr txBox="1"/>
          <p:nvPr>
            <p:ph idx="1" type="body"/>
          </p:nvPr>
        </p:nvSpPr>
        <p:spPr>
          <a:xfrm>
            <a:off x="713225" y="1056900"/>
            <a:ext cx="7717500" cy="32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/>
            </a:lvl9pPr>
          </a:lstStyle>
          <a:p/>
        </p:txBody>
      </p:sp>
      <p:grpSp>
        <p:nvGrpSpPr>
          <p:cNvPr id="403" name="Google Shape;403;p21"/>
          <p:cNvGrpSpPr/>
          <p:nvPr/>
        </p:nvGrpSpPr>
        <p:grpSpPr>
          <a:xfrm>
            <a:off x="368650" y="-375"/>
            <a:ext cx="238275" cy="1216255"/>
            <a:chOff x="474950" y="-375"/>
            <a:chExt cx="238275" cy="940500"/>
          </a:xfrm>
        </p:grpSpPr>
        <p:cxnSp>
          <p:nvCxnSpPr>
            <p:cNvPr id="404" name="Google Shape;404;p21"/>
            <p:cNvCxnSpPr/>
            <p:nvPr/>
          </p:nvCxnSpPr>
          <p:spPr>
            <a:xfrm>
              <a:off x="474950" y="-375"/>
              <a:ext cx="0" cy="9405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5" name="Google Shape;405;p21"/>
            <p:cNvCxnSpPr/>
            <p:nvPr/>
          </p:nvCxnSpPr>
          <p:spPr>
            <a:xfrm>
              <a:off x="713225" y="-375"/>
              <a:ext cx="0" cy="40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06" name="Google Shape;406;p21"/>
          <p:cNvSpPr/>
          <p:nvPr/>
        </p:nvSpPr>
        <p:spPr>
          <a:xfrm>
            <a:off x="192825" y="1310725"/>
            <a:ext cx="356529" cy="356529"/>
          </a:xfrm>
          <a:custGeom>
            <a:rect b="b" l="l" r="r" t="t"/>
            <a:pathLst>
              <a:path extrusionOk="0" h="18914" w="18914">
                <a:moveTo>
                  <a:pt x="7030" y="0"/>
                </a:moveTo>
                <a:lnTo>
                  <a:pt x="7030" y="3141"/>
                </a:lnTo>
                <a:lnTo>
                  <a:pt x="3141" y="3141"/>
                </a:lnTo>
                <a:lnTo>
                  <a:pt x="3141" y="7030"/>
                </a:lnTo>
                <a:lnTo>
                  <a:pt x="0" y="7030"/>
                </a:lnTo>
                <a:lnTo>
                  <a:pt x="0" y="11883"/>
                </a:lnTo>
                <a:lnTo>
                  <a:pt x="3141" y="11883"/>
                </a:lnTo>
                <a:lnTo>
                  <a:pt x="3141" y="15773"/>
                </a:lnTo>
                <a:lnTo>
                  <a:pt x="7030" y="15773"/>
                </a:lnTo>
                <a:lnTo>
                  <a:pt x="7030" y="18913"/>
                </a:lnTo>
                <a:lnTo>
                  <a:pt x="11884" y="18913"/>
                </a:lnTo>
                <a:lnTo>
                  <a:pt x="11884" y="15773"/>
                </a:lnTo>
                <a:lnTo>
                  <a:pt x="15773" y="15773"/>
                </a:lnTo>
                <a:lnTo>
                  <a:pt x="15773" y="11883"/>
                </a:lnTo>
                <a:lnTo>
                  <a:pt x="18914" y="11883"/>
                </a:lnTo>
                <a:lnTo>
                  <a:pt x="18914" y="7030"/>
                </a:lnTo>
                <a:lnTo>
                  <a:pt x="15773" y="7030"/>
                </a:lnTo>
                <a:lnTo>
                  <a:pt x="15773" y="3141"/>
                </a:lnTo>
                <a:lnTo>
                  <a:pt x="11884" y="3141"/>
                </a:lnTo>
                <a:lnTo>
                  <a:pt x="1188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7" name="Google Shape;407;p21"/>
          <p:cNvCxnSpPr/>
          <p:nvPr/>
        </p:nvCxnSpPr>
        <p:spPr>
          <a:xfrm>
            <a:off x="371088" y="4079375"/>
            <a:ext cx="0" cy="1058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1"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" name="Google Shape;4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22"/>
          <p:cNvPicPr preferRelativeResize="0"/>
          <p:nvPr/>
        </p:nvPicPr>
        <p:blipFill>
          <a:blip r:embed="rId3">
            <a:alphaModFix amt="52999"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22"/>
          <p:cNvSpPr txBox="1"/>
          <p:nvPr>
            <p:ph type="title"/>
          </p:nvPr>
        </p:nvSpPr>
        <p:spPr>
          <a:xfrm>
            <a:off x="713225" y="484425"/>
            <a:ext cx="77175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412" name="Google Shape;412;p22"/>
          <p:cNvSpPr txBox="1"/>
          <p:nvPr>
            <p:ph idx="1" type="subTitle"/>
          </p:nvPr>
        </p:nvSpPr>
        <p:spPr>
          <a:xfrm>
            <a:off x="714975" y="1353850"/>
            <a:ext cx="3114300" cy="8643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7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13" name="Google Shape;413;p22"/>
          <p:cNvSpPr txBox="1"/>
          <p:nvPr>
            <p:ph idx="2" type="subTitle"/>
          </p:nvPr>
        </p:nvSpPr>
        <p:spPr>
          <a:xfrm>
            <a:off x="3829175" y="1353850"/>
            <a:ext cx="4564200" cy="8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14" name="Google Shape;414;p22"/>
          <p:cNvSpPr txBox="1"/>
          <p:nvPr>
            <p:ph idx="3" type="subTitle"/>
          </p:nvPr>
        </p:nvSpPr>
        <p:spPr>
          <a:xfrm>
            <a:off x="3829175" y="2350775"/>
            <a:ext cx="4564200" cy="8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15" name="Google Shape;415;p22"/>
          <p:cNvSpPr txBox="1"/>
          <p:nvPr>
            <p:ph idx="4" type="subTitle"/>
          </p:nvPr>
        </p:nvSpPr>
        <p:spPr>
          <a:xfrm>
            <a:off x="3829175" y="3347700"/>
            <a:ext cx="4564200" cy="8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16" name="Google Shape;416;p22"/>
          <p:cNvSpPr txBox="1"/>
          <p:nvPr>
            <p:ph idx="5" type="subTitle"/>
          </p:nvPr>
        </p:nvSpPr>
        <p:spPr>
          <a:xfrm>
            <a:off x="714975" y="2350775"/>
            <a:ext cx="3114300" cy="8643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7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17" name="Google Shape;417;p22"/>
          <p:cNvSpPr txBox="1"/>
          <p:nvPr>
            <p:ph idx="6" type="subTitle"/>
          </p:nvPr>
        </p:nvSpPr>
        <p:spPr>
          <a:xfrm>
            <a:off x="714975" y="3347700"/>
            <a:ext cx="3114300" cy="8643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7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grpSp>
        <p:nvGrpSpPr>
          <p:cNvPr id="418" name="Google Shape;418;p22"/>
          <p:cNvGrpSpPr/>
          <p:nvPr/>
        </p:nvGrpSpPr>
        <p:grpSpPr>
          <a:xfrm>
            <a:off x="390439" y="425295"/>
            <a:ext cx="369304" cy="554077"/>
            <a:chOff x="3119125" y="3168075"/>
            <a:chExt cx="419425" cy="629275"/>
          </a:xfrm>
        </p:grpSpPr>
        <p:sp>
          <p:nvSpPr>
            <p:cNvPr id="419" name="Google Shape;419;p22"/>
            <p:cNvSpPr/>
            <p:nvPr/>
          </p:nvSpPr>
          <p:spPr>
            <a:xfrm>
              <a:off x="3119125" y="3168075"/>
              <a:ext cx="419425" cy="629275"/>
            </a:xfrm>
            <a:custGeom>
              <a:rect b="b" l="l" r="r" t="t"/>
              <a:pathLst>
                <a:path extrusionOk="0" h="25171" w="16777">
                  <a:moveTo>
                    <a:pt x="2799" y="1"/>
                  </a:moveTo>
                  <a:lnTo>
                    <a:pt x="2799" y="2799"/>
                  </a:lnTo>
                  <a:lnTo>
                    <a:pt x="1" y="2799"/>
                  </a:lnTo>
                  <a:lnTo>
                    <a:pt x="1" y="22372"/>
                  </a:lnTo>
                  <a:lnTo>
                    <a:pt x="2799" y="22372"/>
                  </a:lnTo>
                  <a:lnTo>
                    <a:pt x="2799" y="25170"/>
                  </a:lnTo>
                  <a:lnTo>
                    <a:pt x="5597" y="25170"/>
                  </a:lnTo>
                  <a:lnTo>
                    <a:pt x="5597" y="22372"/>
                  </a:lnTo>
                  <a:lnTo>
                    <a:pt x="8395" y="22372"/>
                  </a:lnTo>
                  <a:lnTo>
                    <a:pt x="8395" y="19574"/>
                  </a:lnTo>
                  <a:lnTo>
                    <a:pt x="11181" y="19574"/>
                  </a:lnTo>
                  <a:lnTo>
                    <a:pt x="11181" y="16777"/>
                  </a:lnTo>
                  <a:lnTo>
                    <a:pt x="13979" y="16777"/>
                  </a:lnTo>
                  <a:lnTo>
                    <a:pt x="13979" y="13979"/>
                  </a:lnTo>
                  <a:lnTo>
                    <a:pt x="16777" y="13979"/>
                  </a:lnTo>
                  <a:lnTo>
                    <a:pt x="16777" y="11193"/>
                  </a:lnTo>
                  <a:lnTo>
                    <a:pt x="13979" y="11193"/>
                  </a:lnTo>
                  <a:lnTo>
                    <a:pt x="13979" y="8395"/>
                  </a:lnTo>
                  <a:lnTo>
                    <a:pt x="11181" y="8395"/>
                  </a:lnTo>
                  <a:lnTo>
                    <a:pt x="11181" y="5597"/>
                  </a:lnTo>
                  <a:lnTo>
                    <a:pt x="8395" y="5597"/>
                  </a:lnTo>
                  <a:lnTo>
                    <a:pt x="8395" y="2799"/>
                  </a:lnTo>
                  <a:lnTo>
                    <a:pt x="5597" y="2799"/>
                  </a:lnTo>
                  <a:lnTo>
                    <a:pt x="559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22"/>
            <p:cNvSpPr/>
            <p:nvPr/>
          </p:nvSpPr>
          <p:spPr>
            <a:xfrm>
              <a:off x="3468575" y="34478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8"/>
                  </a:lnTo>
                  <a:lnTo>
                    <a:pt x="2799" y="2798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22"/>
            <p:cNvSpPr/>
            <p:nvPr/>
          </p:nvSpPr>
          <p:spPr>
            <a:xfrm>
              <a:off x="3398625" y="337792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9" y="2799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22"/>
            <p:cNvSpPr/>
            <p:nvPr/>
          </p:nvSpPr>
          <p:spPr>
            <a:xfrm>
              <a:off x="3398625" y="351722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9" y="2799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22"/>
            <p:cNvSpPr/>
            <p:nvPr/>
          </p:nvSpPr>
          <p:spPr>
            <a:xfrm>
              <a:off x="3328975" y="35871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8" y="2799"/>
                  </a:lnTo>
                  <a:lnTo>
                    <a:pt x="279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22"/>
            <p:cNvSpPr/>
            <p:nvPr/>
          </p:nvSpPr>
          <p:spPr>
            <a:xfrm>
              <a:off x="3259025" y="365742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0"/>
                  </a:moveTo>
                  <a:lnTo>
                    <a:pt x="1" y="2798"/>
                  </a:lnTo>
                  <a:lnTo>
                    <a:pt x="2799" y="2798"/>
                  </a:lnTo>
                  <a:lnTo>
                    <a:pt x="27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22"/>
            <p:cNvSpPr/>
            <p:nvPr/>
          </p:nvSpPr>
          <p:spPr>
            <a:xfrm>
              <a:off x="3328975" y="33079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8" y="2799"/>
                  </a:lnTo>
                  <a:lnTo>
                    <a:pt x="279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22"/>
            <p:cNvSpPr/>
            <p:nvPr/>
          </p:nvSpPr>
          <p:spPr>
            <a:xfrm>
              <a:off x="3259025" y="323802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9" y="2799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22"/>
            <p:cNvSpPr/>
            <p:nvPr/>
          </p:nvSpPr>
          <p:spPr>
            <a:xfrm>
              <a:off x="3189075" y="31680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9" y="2799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22"/>
            <p:cNvSpPr/>
            <p:nvPr/>
          </p:nvSpPr>
          <p:spPr>
            <a:xfrm>
              <a:off x="3189075" y="37273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0"/>
                  </a:moveTo>
                  <a:lnTo>
                    <a:pt x="1" y="2798"/>
                  </a:lnTo>
                  <a:lnTo>
                    <a:pt x="2799" y="2798"/>
                  </a:lnTo>
                  <a:lnTo>
                    <a:pt x="27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22"/>
            <p:cNvSpPr/>
            <p:nvPr/>
          </p:nvSpPr>
          <p:spPr>
            <a:xfrm>
              <a:off x="3119125" y="3238025"/>
              <a:ext cx="69975" cy="489375"/>
            </a:xfrm>
            <a:custGeom>
              <a:rect b="b" l="l" r="r" t="t"/>
              <a:pathLst>
                <a:path extrusionOk="0" h="19575" w="2799">
                  <a:moveTo>
                    <a:pt x="1" y="1"/>
                  </a:moveTo>
                  <a:lnTo>
                    <a:pt x="1" y="19574"/>
                  </a:lnTo>
                  <a:lnTo>
                    <a:pt x="2799" y="19574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0" name="Google Shape;430;p22"/>
          <p:cNvGrpSpPr/>
          <p:nvPr/>
        </p:nvGrpSpPr>
        <p:grpSpPr>
          <a:xfrm flipH="1">
            <a:off x="8387850" y="-375"/>
            <a:ext cx="238275" cy="1531604"/>
            <a:chOff x="474950" y="-375"/>
            <a:chExt cx="238275" cy="940500"/>
          </a:xfrm>
        </p:grpSpPr>
        <p:cxnSp>
          <p:nvCxnSpPr>
            <p:cNvPr id="431" name="Google Shape;431;p22"/>
            <p:cNvCxnSpPr/>
            <p:nvPr/>
          </p:nvCxnSpPr>
          <p:spPr>
            <a:xfrm>
              <a:off x="474950" y="-375"/>
              <a:ext cx="0" cy="9405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2" name="Google Shape;432;p22"/>
            <p:cNvCxnSpPr/>
            <p:nvPr/>
          </p:nvCxnSpPr>
          <p:spPr>
            <a:xfrm>
              <a:off x="713225" y="-375"/>
              <a:ext cx="0" cy="40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433" name="Google Shape;433;p22"/>
          <p:cNvCxnSpPr/>
          <p:nvPr/>
        </p:nvCxnSpPr>
        <p:spPr>
          <a:xfrm>
            <a:off x="3314050" y="4608575"/>
            <a:ext cx="0" cy="528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34" name="Google Shape;434;p22"/>
          <p:cNvGrpSpPr/>
          <p:nvPr/>
        </p:nvGrpSpPr>
        <p:grpSpPr>
          <a:xfrm>
            <a:off x="8301274" y="1619343"/>
            <a:ext cx="651756" cy="651514"/>
            <a:chOff x="2814625" y="1652725"/>
            <a:chExt cx="2428300" cy="2427400"/>
          </a:xfrm>
        </p:grpSpPr>
        <p:sp>
          <p:nvSpPr>
            <p:cNvPr id="435" name="Google Shape;435;p22"/>
            <p:cNvSpPr/>
            <p:nvPr/>
          </p:nvSpPr>
          <p:spPr>
            <a:xfrm>
              <a:off x="3161400" y="1995900"/>
              <a:ext cx="173550" cy="173575"/>
            </a:xfrm>
            <a:custGeom>
              <a:rect b="b" l="l" r="r" t="t"/>
              <a:pathLst>
                <a:path extrusionOk="0" h="6943" w="6942">
                  <a:moveTo>
                    <a:pt x="0" y="1"/>
                  </a:moveTo>
                  <a:lnTo>
                    <a:pt x="0" y="6942"/>
                  </a:lnTo>
                  <a:lnTo>
                    <a:pt x="6942" y="6942"/>
                  </a:lnTo>
                  <a:lnTo>
                    <a:pt x="69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22"/>
            <p:cNvSpPr/>
            <p:nvPr/>
          </p:nvSpPr>
          <p:spPr>
            <a:xfrm>
              <a:off x="2988150" y="2169450"/>
              <a:ext cx="173275" cy="346800"/>
            </a:xfrm>
            <a:custGeom>
              <a:rect b="b" l="l" r="r" t="t"/>
              <a:pathLst>
                <a:path extrusionOk="0" h="13872" w="6931">
                  <a:moveTo>
                    <a:pt x="1" y="0"/>
                  </a:moveTo>
                  <a:lnTo>
                    <a:pt x="1" y="6930"/>
                  </a:lnTo>
                  <a:lnTo>
                    <a:pt x="1" y="13871"/>
                  </a:lnTo>
                  <a:lnTo>
                    <a:pt x="6930" y="13871"/>
                  </a:lnTo>
                  <a:lnTo>
                    <a:pt x="6930" y="6930"/>
                  </a:lnTo>
                  <a:lnTo>
                    <a:pt x="693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22"/>
            <p:cNvSpPr/>
            <p:nvPr/>
          </p:nvSpPr>
          <p:spPr>
            <a:xfrm>
              <a:off x="3616500" y="2175100"/>
              <a:ext cx="173875" cy="520325"/>
            </a:xfrm>
            <a:custGeom>
              <a:rect b="b" l="l" r="r" t="t"/>
              <a:pathLst>
                <a:path extrusionOk="0" h="20813" w="6955">
                  <a:moveTo>
                    <a:pt x="1" y="0"/>
                  </a:moveTo>
                  <a:lnTo>
                    <a:pt x="1" y="6942"/>
                  </a:lnTo>
                  <a:lnTo>
                    <a:pt x="1" y="13883"/>
                  </a:lnTo>
                  <a:lnTo>
                    <a:pt x="1" y="20813"/>
                  </a:lnTo>
                  <a:lnTo>
                    <a:pt x="6954" y="20813"/>
                  </a:lnTo>
                  <a:lnTo>
                    <a:pt x="6954" y="13883"/>
                  </a:lnTo>
                  <a:lnTo>
                    <a:pt x="6954" y="6942"/>
                  </a:lnTo>
                  <a:lnTo>
                    <a:pt x="695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22"/>
            <p:cNvSpPr/>
            <p:nvPr/>
          </p:nvSpPr>
          <p:spPr>
            <a:xfrm>
              <a:off x="4230875" y="2175100"/>
              <a:ext cx="173250" cy="520325"/>
            </a:xfrm>
            <a:custGeom>
              <a:rect b="b" l="l" r="r" t="t"/>
              <a:pathLst>
                <a:path extrusionOk="0" h="20813" w="6930">
                  <a:moveTo>
                    <a:pt x="0" y="0"/>
                  </a:moveTo>
                  <a:lnTo>
                    <a:pt x="0" y="6942"/>
                  </a:lnTo>
                  <a:lnTo>
                    <a:pt x="0" y="13883"/>
                  </a:lnTo>
                  <a:lnTo>
                    <a:pt x="0" y="20813"/>
                  </a:lnTo>
                  <a:lnTo>
                    <a:pt x="6930" y="20813"/>
                  </a:lnTo>
                  <a:lnTo>
                    <a:pt x="6930" y="13883"/>
                  </a:lnTo>
                  <a:lnTo>
                    <a:pt x="6930" y="6942"/>
                  </a:lnTo>
                  <a:lnTo>
                    <a:pt x="693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22"/>
            <p:cNvSpPr/>
            <p:nvPr/>
          </p:nvSpPr>
          <p:spPr>
            <a:xfrm>
              <a:off x="2814625" y="2519200"/>
              <a:ext cx="346800" cy="1040625"/>
            </a:xfrm>
            <a:custGeom>
              <a:rect b="b" l="l" r="r" t="t"/>
              <a:pathLst>
                <a:path extrusionOk="0" h="41625" w="13872">
                  <a:moveTo>
                    <a:pt x="1" y="0"/>
                  </a:moveTo>
                  <a:lnTo>
                    <a:pt x="1" y="6930"/>
                  </a:lnTo>
                  <a:lnTo>
                    <a:pt x="1" y="13871"/>
                  </a:lnTo>
                  <a:lnTo>
                    <a:pt x="1" y="20800"/>
                  </a:lnTo>
                  <a:lnTo>
                    <a:pt x="1" y="27742"/>
                  </a:lnTo>
                  <a:lnTo>
                    <a:pt x="6942" y="27742"/>
                  </a:lnTo>
                  <a:lnTo>
                    <a:pt x="6942" y="20800"/>
                  </a:lnTo>
                  <a:lnTo>
                    <a:pt x="6942" y="13871"/>
                  </a:lnTo>
                  <a:lnTo>
                    <a:pt x="6942" y="6930"/>
                  </a:lnTo>
                  <a:lnTo>
                    <a:pt x="6942" y="0"/>
                  </a:lnTo>
                  <a:close/>
                  <a:moveTo>
                    <a:pt x="6942" y="27742"/>
                  </a:moveTo>
                  <a:lnTo>
                    <a:pt x="6942" y="34671"/>
                  </a:lnTo>
                  <a:lnTo>
                    <a:pt x="6942" y="41624"/>
                  </a:lnTo>
                  <a:lnTo>
                    <a:pt x="13871" y="41624"/>
                  </a:lnTo>
                  <a:lnTo>
                    <a:pt x="13871" y="34671"/>
                  </a:lnTo>
                  <a:lnTo>
                    <a:pt x="13871" y="2774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22"/>
            <p:cNvSpPr/>
            <p:nvPr/>
          </p:nvSpPr>
          <p:spPr>
            <a:xfrm>
              <a:off x="3161400" y="3559800"/>
              <a:ext cx="173550" cy="173550"/>
            </a:xfrm>
            <a:custGeom>
              <a:rect b="b" l="l" r="r" t="t"/>
              <a:pathLst>
                <a:path extrusionOk="0" h="6942" w="6942">
                  <a:moveTo>
                    <a:pt x="0" y="0"/>
                  </a:moveTo>
                  <a:lnTo>
                    <a:pt x="0" y="6942"/>
                  </a:lnTo>
                  <a:lnTo>
                    <a:pt x="6942" y="6942"/>
                  </a:lnTo>
                  <a:lnTo>
                    <a:pt x="694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22"/>
            <p:cNvSpPr/>
            <p:nvPr/>
          </p:nvSpPr>
          <p:spPr>
            <a:xfrm>
              <a:off x="3334925" y="3733325"/>
              <a:ext cx="347100" cy="173250"/>
            </a:xfrm>
            <a:custGeom>
              <a:rect b="b" l="l" r="r" t="t"/>
              <a:pathLst>
                <a:path extrusionOk="0" h="6930" w="13884">
                  <a:moveTo>
                    <a:pt x="1" y="1"/>
                  </a:moveTo>
                  <a:lnTo>
                    <a:pt x="1" y="6930"/>
                  </a:lnTo>
                  <a:lnTo>
                    <a:pt x="13883" y="6930"/>
                  </a:lnTo>
                  <a:lnTo>
                    <a:pt x="138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22"/>
            <p:cNvSpPr/>
            <p:nvPr/>
          </p:nvSpPr>
          <p:spPr>
            <a:xfrm>
              <a:off x="4375525" y="3733325"/>
              <a:ext cx="346800" cy="173250"/>
            </a:xfrm>
            <a:custGeom>
              <a:rect b="b" l="l" r="r" t="t"/>
              <a:pathLst>
                <a:path extrusionOk="0" h="6930" w="13872">
                  <a:moveTo>
                    <a:pt x="1" y="1"/>
                  </a:moveTo>
                  <a:lnTo>
                    <a:pt x="1" y="6930"/>
                  </a:lnTo>
                  <a:lnTo>
                    <a:pt x="13872" y="6930"/>
                  </a:lnTo>
                  <a:lnTo>
                    <a:pt x="1387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22"/>
            <p:cNvSpPr/>
            <p:nvPr/>
          </p:nvSpPr>
          <p:spPr>
            <a:xfrm>
              <a:off x="4722300" y="3559800"/>
              <a:ext cx="173275" cy="173550"/>
            </a:xfrm>
            <a:custGeom>
              <a:rect b="b" l="l" r="r" t="t"/>
              <a:pathLst>
                <a:path extrusionOk="0" h="6942" w="6931">
                  <a:moveTo>
                    <a:pt x="1" y="0"/>
                  </a:moveTo>
                  <a:lnTo>
                    <a:pt x="1" y="6942"/>
                  </a:lnTo>
                  <a:lnTo>
                    <a:pt x="6930" y="6942"/>
                  </a:lnTo>
                  <a:lnTo>
                    <a:pt x="693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22"/>
            <p:cNvSpPr/>
            <p:nvPr/>
          </p:nvSpPr>
          <p:spPr>
            <a:xfrm>
              <a:off x="4895850" y="3212725"/>
              <a:ext cx="173550" cy="347100"/>
            </a:xfrm>
            <a:custGeom>
              <a:rect b="b" l="l" r="r" t="t"/>
              <a:pathLst>
                <a:path extrusionOk="0" h="13884" w="6942">
                  <a:moveTo>
                    <a:pt x="0" y="1"/>
                  </a:moveTo>
                  <a:lnTo>
                    <a:pt x="0" y="6954"/>
                  </a:lnTo>
                  <a:lnTo>
                    <a:pt x="0" y="13883"/>
                  </a:lnTo>
                  <a:lnTo>
                    <a:pt x="6941" y="13883"/>
                  </a:lnTo>
                  <a:lnTo>
                    <a:pt x="6941" y="6954"/>
                  </a:lnTo>
                  <a:lnTo>
                    <a:pt x="694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22"/>
            <p:cNvSpPr/>
            <p:nvPr/>
          </p:nvSpPr>
          <p:spPr>
            <a:xfrm>
              <a:off x="5069375" y="2519200"/>
              <a:ext cx="173550" cy="693550"/>
            </a:xfrm>
            <a:custGeom>
              <a:rect b="b" l="l" r="r" t="t"/>
              <a:pathLst>
                <a:path extrusionOk="0" h="27742" w="6942">
                  <a:moveTo>
                    <a:pt x="0" y="0"/>
                  </a:moveTo>
                  <a:lnTo>
                    <a:pt x="0" y="6930"/>
                  </a:lnTo>
                  <a:lnTo>
                    <a:pt x="0" y="13871"/>
                  </a:lnTo>
                  <a:lnTo>
                    <a:pt x="0" y="20800"/>
                  </a:lnTo>
                  <a:lnTo>
                    <a:pt x="0" y="27742"/>
                  </a:lnTo>
                  <a:lnTo>
                    <a:pt x="6942" y="27742"/>
                  </a:lnTo>
                  <a:lnTo>
                    <a:pt x="6942" y="20800"/>
                  </a:lnTo>
                  <a:lnTo>
                    <a:pt x="6942" y="13871"/>
                  </a:lnTo>
                  <a:lnTo>
                    <a:pt x="6942" y="6930"/>
                  </a:lnTo>
                  <a:lnTo>
                    <a:pt x="694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22"/>
            <p:cNvSpPr/>
            <p:nvPr/>
          </p:nvSpPr>
          <p:spPr>
            <a:xfrm>
              <a:off x="4895850" y="2172425"/>
              <a:ext cx="173550" cy="346800"/>
            </a:xfrm>
            <a:custGeom>
              <a:rect b="b" l="l" r="r" t="t"/>
              <a:pathLst>
                <a:path extrusionOk="0" h="13872" w="6942">
                  <a:moveTo>
                    <a:pt x="0" y="0"/>
                  </a:moveTo>
                  <a:lnTo>
                    <a:pt x="0" y="6930"/>
                  </a:lnTo>
                  <a:lnTo>
                    <a:pt x="0" y="13871"/>
                  </a:lnTo>
                  <a:lnTo>
                    <a:pt x="6941" y="13871"/>
                  </a:lnTo>
                  <a:lnTo>
                    <a:pt x="6941" y="6930"/>
                  </a:lnTo>
                  <a:lnTo>
                    <a:pt x="69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22"/>
            <p:cNvSpPr/>
            <p:nvPr/>
          </p:nvSpPr>
          <p:spPr>
            <a:xfrm>
              <a:off x="4722300" y="1998875"/>
              <a:ext cx="173275" cy="173575"/>
            </a:xfrm>
            <a:custGeom>
              <a:rect b="b" l="l" r="r" t="t"/>
              <a:pathLst>
                <a:path extrusionOk="0" h="6943" w="6931">
                  <a:moveTo>
                    <a:pt x="1" y="1"/>
                  </a:moveTo>
                  <a:lnTo>
                    <a:pt x="1" y="6942"/>
                  </a:lnTo>
                  <a:lnTo>
                    <a:pt x="6930" y="6942"/>
                  </a:lnTo>
                  <a:lnTo>
                    <a:pt x="693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22"/>
            <p:cNvSpPr/>
            <p:nvPr/>
          </p:nvSpPr>
          <p:spPr>
            <a:xfrm>
              <a:off x="3334925" y="1652725"/>
              <a:ext cx="1387400" cy="346175"/>
            </a:xfrm>
            <a:custGeom>
              <a:rect b="b" l="l" r="r" t="t"/>
              <a:pathLst>
                <a:path extrusionOk="0" h="13847" w="55496">
                  <a:moveTo>
                    <a:pt x="6954" y="0"/>
                  </a:moveTo>
                  <a:lnTo>
                    <a:pt x="6954" y="6799"/>
                  </a:lnTo>
                  <a:lnTo>
                    <a:pt x="1" y="6799"/>
                  </a:lnTo>
                  <a:lnTo>
                    <a:pt x="1" y="13728"/>
                  </a:lnTo>
                  <a:lnTo>
                    <a:pt x="6954" y="13728"/>
                  </a:lnTo>
                  <a:lnTo>
                    <a:pt x="6954" y="6929"/>
                  </a:lnTo>
                  <a:lnTo>
                    <a:pt x="48554" y="6929"/>
                  </a:lnTo>
                  <a:lnTo>
                    <a:pt x="48554" y="13847"/>
                  </a:lnTo>
                  <a:lnTo>
                    <a:pt x="55496" y="13847"/>
                  </a:lnTo>
                  <a:lnTo>
                    <a:pt x="55496" y="6918"/>
                  </a:lnTo>
                  <a:lnTo>
                    <a:pt x="48554" y="6918"/>
                  </a:lnTo>
                  <a:lnTo>
                    <a:pt x="4855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22"/>
            <p:cNvSpPr/>
            <p:nvPr/>
          </p:nvSpPr>
          <p:spPr>
            <a:xfrm>
              <a:off x="3682000" y="3906550"/>
              <a:ext cx="693550" cy="173575"/>
            </a:xfrm>
            <a:custGeom>
              <a:rect b="b" l="l" r="r" t="t"/>
              <a:pathLst>
                <a:path extrusionOk="0" h="6943" w="27742">
                  <a:moveTo>
                    <a:pt x="0" y="1"/>
                  </a:moveTo>
                  <a:lnTo>
                    <a:pt x="0" y="6942"/>
                  </a:lnTo>
                  <a:lnTo>
                    <a:pt x="27742" y="6942"/>
                  </a:lnTo>
                  <a:lnTo>
                    <a:pt x="277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22"/>
            <p:cNvSpPr/>
            <p:nvPr/>
          </p:nvSpPr>
          <p:spPr>
            <a:xfrm>
              <a:off x="3682000" y="3186225"/>
              <a:ext cx="693550" cy="173575"/>
            </a:xfrm>
            <a:custGeom>
              <a:rect b="b" l="l" r="r" t="t"/>
              <a:pathLst>
                <a:path extrusionOk="0" h="6943" w="27742">
                  <a:moveTo>
                    <a:pt x="0" y="1"/>
                  </a:moveTo>
                  <a:lnTo>
                    <a:pt x="0" y="6942"/>
                  </a:lnTo>
                  <a:lnTo>
                    <a:pt x="27742" y="6942"/>
                  </a:lnTo>
                  <a:lnTo>
                    <a:pt x="277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22"/>
            <p:cNvSpPr/>
            <p:nvPr/>
          </p:nvSpPr>
          <p:spPr>
            <a:xfrm>
              <a:off x="4375525" y="3013000"/>
              <a:ext cx="173275" cy="173250"/>
            </a:xfrm>
            <a:custGeom>
              <a:rect b="b" l="l" r="r" t="t"/>
              <a:pathLst>
                <a:path extrusionOk="0" h="6930" w="6931">
                  <a:moveTo>
                    <a:pt x="1" y="1"/>
                  </a:moveTo>
                  <a:lnTo>
                    <a:pt x="1" y="6930"/>
                  </a:lnTo>
                  <a:lnTo>
                    <a:pt x="6930" y="6930"/>
                  </a:lnTo>
                  <a:lnTo>
                    <a:pt x="693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22"/>
            <p:cNvSpPr/>
            <p:nvPr/>
          </p:nvSpPr>
          <p:spPr>
            <a:xfrm>
              <a:off x="3508750" y="3013000"/>
              <a:ext cx="173275" cy="173250"/>
            </a:xfrm>
            <a:custGeom>
              <a:rect b="b" l="l" r="r" t="t"/>
              <a:pathLst>
                <a:path extrusionOk="0" h="6930" w="6931">
                  <a:moveTo>
                    <a:pt x="1" y="1"/>
                  </a:moveTo>
                  <a:lnTo>
                    <a:pt x="1" y="6930"/>
                  </a:lnTo>
                  <a:lnTo>
                    <a:pt x="6930" y="6930"/>
                  </a:lnTo>
                  <a:lnTo>
                    <a:pt x="693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453" name="Google Shape;453;p22"/>
          <p:cNvCxnSpPr/>
          <p:nvPr/>
        </p:nvCxnSpPr>
        <p:spPr>
          <a:xfrm>
            <a:off x="352650" y="3166900"/>
            <a:ext cx="0" cy="2005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11"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5" name="Google Shape;455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23"/>
          <p:cNvPicPr preferRelativeResize="0"/>
          <p:nvPr/>
        </p:nvPicPr>
        <p:blipFill>
          <a:blip r:embed="rId3">
            <a:alphaModFix amt="52999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23"/>
          <p:cNvSpPr txBox="1"/>
          <p:nvPr>
            <p:ph type="title"/>
          </p:nvPr>
        </p:nvSpPr>
        <p:spPr>
          <a:xfrm>
            <a:off x="713225" y="484425"/>
            <a:ext cx="7717500" cy="59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458" name="Google Shape;458;p23"/>
          <p:cNvSpPr txBox="1"/>
          <p:nvPr>
            <p:ph idx="1" type="subTitle"/>
          </p:nvPr>
        </p:nvSpPr>
        <p:spPr>
          <a:xfrm>
            <a:off x="1987150" y="1821512"/>
            <a:ext cx="5340900" cy="384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7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59" name="Google Shape;459;p23"/>
          <p:cNvSpPr txBox="1"/>
          <p:nvPr>
            <p:ph idx="2" type="subTitle"/>
          </p:nvPr>
        </p:nvSpPr>
        <p:spPr>
          <a:xfrm>
            <a:off x="1987150" y="2902738"/>
            <a:ext cx="5340900" cy="384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7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60" name="Google Shape;460;p23"/>
          <p:cNvSpPr txBox="1"/>
          <p:nvPr>
            <p:ph idx="3" type="subTitle"/>
          </p:nvPr>
        </p:nvSpPr>
        <p:spPr>
          <a:xfrm>
            <a:off x="1987150" y="3983963"/>
            <a:ext cx="5340900" cy="384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7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61" name="Google Shape;461;p23"/>
          <p:cNvSpPr txBox="1"/>
          <p:nvPr>
            <p:ph idx="4" type="subTitle"/>
          </p:nvPr>
        </p:nvSpPr>
        <p:spPr>
          <a:xfrm>
            <a:off x="1987150" y="1362813"/>
            <a:ext cx="5340900" cy="4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62" name="Google Shape;462;p23"/>
          <p:cNvSpPr txBox="1"/>
          <p:nvPr>
            <p:ph idx="5" type="subTitle"/>
          </p:nvPr>
        </p:nvSpPr>
        <p:spPr>
          <a:xfrm>
            <a:off x="1987150" y="2444043"/>
            <a:ext cx="5340900" cy="4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63" name="Google Shape;463;p23"/>
          <p:cNvSpPr txBox="1"/>
          <p:nvPr>
            <p:ph idx="6" type="subTitle"/>
          </p:nvPr>
        </p:nvSpPr>
        <p:spPr>
          <a:xfrm>
            <a:off x="1987150" y="3525273"/>
            <a:ext cx="5340900" cy="4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464" name="Google Shape;464;p23"/>
          <p:cNvGrpSpPr/>
          <p:nvPr/>
        </p:nvGrpSpPr>
        <p:grpSpPr>
          <a:xfrm rot="10800000">
            <a:off x="223275" y="3795575"/>
            <a:ext cx="238275" cy="1347925"/>
            <a:chOff x="474950" y="-375"/>
            <a:chExt cx="238275" cy="940500"/>
          </a:xfrm>
        </p:grpSpPr>
        <p:cxnSp>
          <p:nvCxnSpPr>
            <p:cNvPr id="465" name="Google Shape;465;p23"/>
            <p:cNvCxnSpPr/>
            <p:nvPr/>
          </p:nvCxnSpPr>
          <p:spPr>
            <a:xfrm>
              <a:off x="474950" y="-375"/>
              <a:ext cx="0" cy="9405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6" name="Google Shape;466;p23"/>
            <p:cNvCxnSpPr/>
            <p:nvPr/>
          </p:nvCxnSpPr>
          <p:spPr>
            <a:xfrm>
              <a:off x="713225" y="-375"/>
              <a:ext cx="0" cy="40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67" name="Google Shape;467;p23"/>
          <p:cNvGrpSpPr/>
          <p:nvPr/>
        </p:nvGrpSpPr>
        <p:grpSpPr>
          <a:xfrm>
            <a:off x="343921" y="426045"/>
            <a:ext cx="369304" cy="554077"/>
            <a:chOff x="3119125" y="3168075"/>
            <a:chExt cx="419425" cy="629275"/>
          </a:xfrm>
        </p:grpSpPr>
        <p:sp>
          <p:nvSpPr>
            <p:cNvPr id="468" name="Google Shape;468;p23"/>
            <p:cNvSpPr/>
            <p:nvPr/>
          </p:nvSpPr>
          <p:spPr>
            <a:xfrm>
              <a:off x="3119125" y="3168075"/>
              <a:ext cx="419425" cy="629275"/>
            </a:xfrm>
            <a:custGeom>
              <a:rect b="b" l="l" r="r" t="t"/>
              <a:pathLst>
                <a:path extrusionOk="0" h="25171" w="16777">
                  <a:moveTo>
                    <a:pt x="2799" y="1"/>
                  </a:moveTo>
                  <a:lnTo>
                    <a:pt x="2799" y="2799"/>
                  </a:lnTo>
                  <a:lnTo>
                    <a:pt x="1" y="2799"/>
                  </a:lnTo>
                  <a:lnTo>
                    <a:pt x="1" y="22372"/>
                  </a:lnTo>
                  <a:lnTo>
                    <a:pt x="2799" y="22372"/>
                  </a:lnTo>
                  <a:lnTo>
                    <a:pt x="2799" y="25170"/>
                  </a:lnTo>
                  <a:lnTo>
                    <a:pt x="5597" y="25170"/>
                  </a:lnTo>
                  <a:lnTo>
                    <a:pt x="5597" y="22372"/>
                  </a:lnTo>
                  <a:lnTo>
                    <a:pt x="8395" y="22372"/>
                  </a:lnTo>
                  <a:lnTo>
                    <a:pt x="8395" y="19574"/>
                  </a:lnTo>
                  <a:lnTo>
                    <a:pt x="11181" y="19574"/>
                  </a:lnTo>
                  <a:lnTo>
                    <a:pt x="11181" y="16777"/>
                  </a:lnTo>
                  <a:lnTo>
                    <a:pt x="13979" y="16777"/>
                  </a:lnTo>
                  <a:lnTo>
                    <a:pt x="13979" y="13979"/>
                  </a:lnTo>
                  <a:lnTo>
                    <a:pt x="16777" y="13979"/>
                  </a:lnTo>
                  <a:lnTo>
                    <a:pt x="16777" y="11193"/>
                  </a:lnTo>
                  <a:lnTo>
                    <a:pt x="13979" y="11193"/>
                  </a:lnTo>
                  <a:lnTo>
                    <a:pt x="13979" y="8395"/>
                  </a:lnTo>
                  <a:lnTo>
                    <a:pt x="11181" y="8395"/>
                  </a:lnTo>
                  <a:lnTo>
                    <a:pt x="11181" y="5597"/>
                  </a:lnTo>
                  <a:lnTo>
                    <a:pt x="8395" y="5597"/>
                  </a:lnTo>
                  <a:lnTo>
                    <a:pt x="8395" y="2799"/>
                  </a:lnTo>
                  <a:lnTo>
                    <a:pt x="5597" y="2799"/>
                  </a:lnTo>
                  <a:lnTo>
                    <a:pt x="559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23"/>
            <p:cNvSpPr/>
            <p:nvPr/>
          </p:nvSpPr>
          <p:spPr>
            <a:xfrm>
              <a:off x="3468575" y="34478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8"/>
                  </a:lnTo>
                  <a:lnTo>
                    <a:pt x="2799" y="2798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23"/>
            <p:cNvSpPr/>
            <p:nvPr/>
          </p:nvSpPr>
          <p:spPr>
            <a:xfrm>
              <a:off x="3398625" y="337792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9" y="2799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23"/>
            <p:cNvSpPr/>
            <p:nvPr/>
          </p:nvSpPr>
          <p:spPr>
            <a:xfrm>
              <a:off x="3398625" y="351722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9" y="2799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23"/>
            <p:cNvSpPr/>
            <p:nvPr/>
          </p:nvSpPr>
          <p:spPr>
            <a:xfrm>
              <a:off x="3328975" y="35871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8" y="2799"/>
                  </a:lnTo>
                  <a:lnTo>
                    <a:pt x="279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23"/>
            <p:cNvSpPr/>
            <p:nvPr/>
          </p:nvSpPr>
          <p:spPr>
            <a:xfrm>
              <a:off x="3259025" y="365742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0"/>
                  </a:moveTo>
                  <a:lnTo>
                    <a:pt x="1" y="2798"/>
                  </a:lnTo>
                  <a:lnTo>
                    <a:pt x="2799" y="2798"/>
                  </a:lnTo>
                  <a:lnTo>
                    <a:pt x="27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23"/>
            <p:cNvSpPr/>
            <p:nvPr/>
          </p:nvSpPr>
          <p:spPr>
            <a:xfrm>
              <a:off x="3328975" y="33079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8" y="2799"/>
                  </a:lnTo>
                  <a:lnTo>
                    <a:pt x="279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23"/>
            <p:cNvSpPr/>
            <p:nvPr/>
          </p:nvSpPr>
          <p:spPr>
            <a:xfrm>
              <a:off x="3259025" y="323802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9" y="2799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23"/>
            <p:cNvSpPr/>
            <p:nvPr/>
          </p:nvSpPr>
          <p:spPr>
            <a:xfrm>
              <a:off x="3189075" y="31680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9" y="2799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23"/>
            <p:cNvSpPr/>
            <p:nvPr/>
          </p:nvSpPr>
          <p:spPr>
            <a:xfrm>
              <a:off x="3189075" y="37273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0"/>
                  </a:moveTo>
                  <a:lnTo>
                    <a:pt x="1" y="2798"/>
                  </a:lnTo>
                  <a:lnTo>
                    <a:pt x="2799" y="2798"/>
                  </a:lnTo>
                  <a:lnTo>
                    <a:pt x="27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23"/>
            <p:cNvSpPr/>
            <p:nvPr/>
          </p:nvSpPr>
          <p:spPr>
            <a:xfrm>
              <a:off x="3119125" y="3238025"/>
              <a:ext cx="69975" cy="489375"/>
            </a:xfrm>
            <a:custGeom>
              <a:rect b="b" l="l" r="r" t="t"/>
              <a:pathLst>
                <a:path extrusionOk="0" h="19575" w="2799">
                  <a:moveTo>
                    <a:pt x="1" y="1"/>
                  </a:moveTo>
                  <a:lnTo>
                    <a:pt x="1" y="19574"/>
                  </a:lnTo>
                  <a:lnTo>
                    <a:pt x="2799" y="19574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3"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p24"/>
          <p:cNvPicPr preferRelativeResize="0"/>
          <p:nvPr/>
        </p:nvPicPr>
        <p:blipFill>
          <a:blip r:embed="rId3">
            <a:alphaModFix amt="52999"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24"/>
          <p:cNvSpPr txBox="1"/>
          <p:nvPr>
            <p:ph type="title"/>
          </p:nvPr>
        </p:nvSpPr>
        <p:spPr>
          <a:xfrm>
            <a:off x="713225" y="484425"/>
            <a:ext cx="77175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483" name="Google Shape;483;p24"/>
          <p:cNvSpPr txBox="1"/>
          <p:nvPr>
            <p:ph idx="1" type="subTitle"/>
          </p:nvPr>
        </p:nvSpPr>
        <p:spPr>
          <a:xfrm>
            <a:off x="1031700" y="1061781"/>
            <a:ext cx="3311700" cy="7485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7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84" name="Google Shape;484;p24"/>
          <p:cNvSpPr txBox="1"/>
          <p:nvPr>
            <p:ph idx="2" type="subTitle"/>
          </p:nvPr>
        </p:nvSpPr>
        <p:spPr>
          <a:xfrm>
            <a:off x="1031700" y="1751138"/>
            <a:ext cx="3311700" cy="92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85" name="Google Shape;485;p24"/>
          <p:cNvSpPr txBox="1"/>
          <p:nvPr>
            <p:ph idx="3" type="subTitle"/>
          </p:nvPr>
        </p:nvSpPr>
        <p:spPr>
          <a:xfrm>
            <a:off x="4800600" y="1751138"/>
            <a:ext cx="3311700" cy="92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86" name="Google Shape;486;p24"/>
          <p:cNvSpPr txBox="1"/>
          <p:nvPr>
            <p:ph idx="4" type="subTitle"/>
          </p:nvPr>
        </p:nvSpPr>
        <p:spPr>
          <a:xfrm>
            <a:off x="1031700" y="3446525"/>
            <a:ext cx="3311700" cy="92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87" name="Google Shape;487;p24"/>
          <p:cNvSpPr txBox="1"/>
          <p:nvPr>
            <p:ph idx="5" type="subTitle"/>
          </p:nvPr>
        </p:nvSpPr>
        <p:spPr>
          <a:xfrm>
            <a:off x="4800600" y="3446525"/>
            <a:ext cx="3311700" cy="92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88" name="Google Shape;488;p24"/>
          <p:cNvSpPr txBox="1"/>
          <p:nvPr>
            <p:ph idx="6" type="subTitle"/>
          </p:nvPr>
        </p:nvSpPr>
        <p:spPr>
          <a:xfrm>
            <a:off x="1031700" y="2757225"/>
            <a:ext cx="3311700" cy="7485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7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89" name="Google Shape;489;p24"/>
          <p:cNvSpPr txBox="1"/>
          <p:nvPr>
            <p:ph idx="7" type="subTitle"/>
          </p:nvPr>
        </p:nvSpPr>
        <p:spPr>
          <a:xfrm>
            <a:off x="4800600" y="1061781"/>
            <a:ext cx="3311700" cy="7485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7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90" name="Google Shape;490;p24"/>
          <p:cNvSpPr txBox="1"/>
          <p:nvPr>
            <p:ph idx="8" type="subTitle"/>
          </p:nvPr>
        </p:nvSpPr>
        <p:spPr>
          <a:xfrm>
            <a:off x="4800600" y="2757225"/>
            <a:ext cx="3311700" cy="7485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7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grpSp>
        <p:nvGrpSpPr>
          <p:cNvPr id="491" name="Google Shape;491;p24"/>
          <p:cNvGrpSpPr/>
          <p:nvPr/>
        </p:nvGrpSpPr>
        <p:grpSpPr>
          <a:xfrm>
            <a:off x="390439" y="882495"/>
            <a:ext cx="369304" cy="554077"/>
            <a:chOff x="3119125" y="3168075"/>
            <a:chExt cx="419425" cy="629275"/>
          </a:xfrm>
        </p:grpSpPr>
        <p:sp>
          <p:nvSpPr>
            <p:cNvPr id="492" name="Google Shape;492;p24"/>
            <p:cNvSpPr/>
            <p:nvPr/>
          </p:nvSpPr>
          <p:spPr>
            <a:xfrm>
              <a:off x="3119125" y="3168075"/>
              <a:ext cx="419425" cy="629275"/>
            </a:xfrm>
            <a:custGeom>
              <a:rect b="b" l="l" r="r" t="t"/>
              <a:pathLst>
                <a:path extrusionOk="0" h="25171" w="16777">
                  <a:moveTo>
                    <a:pt x="2799" y="1"/>
                  </a:moveTo>
                  <a:lnTo>
                    <a:pt x="2799" y="2799"/>
                  </a:lnTo>
                  <a:lnTo>
                    <a:pt x="1" y="2799"/>
                  </a:lnTo>
                  <a:lnTo>
                    <a:pt x="1" y="22372"/>
                  </a:lnTo>
                  <a:lnTo>
                    <a:pt x="2799" y="22372"/>
                  </a:lnTo>
                  <a:lnTo>
                    <a:pt x="2799" y="25170"/>
                  </a:lnTo>
                  <a:lnTo>
                    <a:pt x="5597" y="25170"/>
                  </a:lnTo>
                  <a:lnTo>
                    <a:pt x="5597" y="22372"/>
                  </a:lnTo>
                  <a:lnTo>
                    <a:pt x="8395" y="22372"/>
                  </a:lnTo>
                  <a:lnTo>
                    <a:pt x="8395" y="19574"/>
                  </a:lnTo>
                  <a:lnTo>
                    <a:pt x="11181" y="19574"/>
                  </a:lnTo>
                  <a:lnTo>
                    <a:pt x="11181" y="16777"/>
                  </a:lnTo>
                  <a:lnTo>
                    <a:pt x="13979" y="16777"/>
                  </a:lnTo>
                  <a:lnTo>
                    <a:pt x="13979" y="13979"/>
                  </a:lnTo>
                  <a:lnTo>
                    <a:pt x="16777" y="13979"/>
                  </a:lnTo>
                  <a:lnTo>
                    <a:pt x="16777" y="11193"/>
                  </a:lnTo>
                  <a:lnTo>
                    <a:pt x="13979" y="11193"/>
                  </a:lnTo>
                  <a:lnTo>
                    <a:pt x="13979" y="8395"/>
                  </a:lnTo>
                  <a:lnTo>
                    <a:pt x="11181" y="8395"/>
                  </a:lnTo>
                  <a:lnTo>
                    <a:pt x="11181" y="5597"/>
                  </a:lnTo>
                  <a:lnTo>
                    <a:pt x="8395" y="5597"/>
                  </a:lnTo>
                  <a:lnTo>
                    <a:pt x="8395" y="2799"/>
                  </a:lnTo>
                  <a:lnTo>
                    <a:pt x="5597" y="2799"/>
                  </a:lnTo>
                  <a:lnTo>
                    <a:pt x="559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24"/>
            <p:cNvSpPr/>
            <p:nvPr/>
          </p:nvSpPr>
          <p:spPr>
            <a:xfrm>
              <a:off x="3468575" y="34478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8"/>
                  </a:lnTo>
                  <a:lnTo>
                    <a:pt x="2799" y="2798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24"/>
            <p:cNvSpPr/>
            <p:nvPr/>
          </p:nvSpPr>
          <p:spPr>
            <a:xfrm>
              <a:off x="3398625" y="337792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9" y="2799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24"/>
            <p:cNvSpPr/>
            <p:nvPr/>
          </p:nvSpPr>
          <p:spPr>
            <a:xfrm>
              <a:off x="3398625" y="351722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9" y="2799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24"/>
            <p:cNvSpPr/>
            <p:nvPr/>
          </p:nvSpPr>
          <p:spPr>
            <a:xfrm>
              <a:off x="3328975" y="35871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8" y="2799"/>
                  </a:lnTo>
                  <a:lnTo>
                    <a:pt x="279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24"/>
            <p:cNvSpPr/>
            <p:nvPr/>
          </p:nvSpPr>
          <p:spPr>
            <a:xfrm>
              <a:off x="3259025" y="365742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0"/>
                  </a:moveTo>
                  <a:lnTo>
                    <a:pt x="1" y="2798"/>
                  </a:lnTo>
                  <a:lnTo>
                    <a:pt x="2799" y="2798"/>
                  </a:lnTo>
                  <a:lnTo>
                    <a:pt x="279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24"/>
            <p:cNvSpPr/>
            <p:nvPr/>
          </p:nvSpPr>
          <p:spPr>
            <a:xfrm>
              <a:off x="3328975" y="33079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8" y="2799"/>
                  </a:lnTo>
                  <a:lnTo>
                    <a:pt x="279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24"/>
            <p:cNvSpPr/>
            <p:nvPr/>
          </p:nvSpPr>
          <p:spPr>
            <a:xfrm>
              <a:off x="3259025" y="323802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9" y="2799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24"/>
            <p:cNvSpPr/>
            <p:nvPr/>
          </p:nvSpPr>
          <p:spPr>
            <a:xfrm>
              <a:off x="3189075" y="31680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9" y="2799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24"/>
            <p:cNvSpPr/>
            <p:nvPr/>
          </p:nvSpPr>
          <p:spPr>
            <a:xfrm>
              <a:off x="3189075" y="37273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0"/>
                  </a:moveTo>
                  <a:lnTo>
                    <a:pt x="1" y="2798"/>
                  </a:lnTo>
                  <a:lnTo>
                    <a:pt x="2799" y="2798"/>
                  </a:lnTo>
                  <a:lnTo>
                    <a:pt x="279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24"/>
            <p:cNvSpPr/>
            <p:nvPr/>
          </p:nvSpPr>
          <p:spPr>
            <a:xfrm>
              <a:off x="3119125" y="3238025"/>
              <a:ext cx="69975" cy="489375"/>
            </a:xfrm>
            <a:custGeom>
              <a:rect b="b" l="l" r="r" t="t"/>
              <a:pathLst>
                <a:path extrusionOk="0" h="19575" w="2799">
                  <a:moveTo>
                    <a:pt x="1" y="1"/>
                  </a:moveTo>
                  <a:lnTo>
                    <a:pt x="1" y="19574"/>
                  </a:lnTo>
                  <a:lnTo>
                    <a:pt x="2799" y="19574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503" name="Google Shape;503;p24"/>
          <p:cNvCxnSpPr/>
          <p:nvPr/>
        </p:nvCxnSpPr>
        <p:spPr>
          <a:xfrm>
            <a:off x="512725" y="3580750"/>
            <a:ext cx="0" cy="1573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04" name="Google Shape;504;p24"/>
          <p:cNvGrpSpPr/>
          <p:nvPr/>
        </p:nvGrpSpPr>
        <p:grpSpPr>
          <a:xfrm flipH="1">
            <a:off x="8387850" y="-375"/>
            <a:ext cx="238275" cy="1531604"/>
            <a:chOff x="474950" y="-375"/>
            <a:chExt cx="238275" cy="940500"/>
          </a:xfrm>
        </p:grpSpPr>
        <p:cxnSp>
          <p:nvCxnSpPr>
            <p:cNvPr id="505" name="Google Shape;505;p24"/>
            <p:cNvCxnSpPr/>
            <p:nvPr/>
          </p:nvCxnSpPr>
          <p:spPr>
            <a:xfrm>
              <a:off x="474950" y="-375"/>
              <a:ext cx="0" cy="9405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6" name="Google Shape;506;p24"/>
            <p:cNvCxnSpPr/>
            <p:nvPr/>
          </p:nvCxnSpPr>
          <p:spPr>
            <a:xfrm>
              <a:off x="713225" y="-375"/>
              <a:ext cx="0" cy="40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507" name="Google Shape;507;p24"/>
          <p:cNvGrpSpPr/>
          <p:nvPr/>
        </p:nvGrpSpPr>
        <p:grpSpPr>
          <a:xfrm>
            <a:off x="186849" y="2795018"/>
            <a:ext cx="651756" cy="651514"/>
            <a:chOff x="2814625" y="1652725"/>
            <a:chExt cx="2428300" cy="2427400"/>
          </a:xfrm>
        </p:grpSpPr>
        <p:sp>
          <p:nvSpPr>
            <p:cNvPr id="508" name="Google Shape;508;p24"/>
            <p:cNvSpPr/>
            <p:nvPr/>
          </p:nvSpPr>
          <p:spPr>
            <a:xfrm>
              <a:off x="3161400" y="1995900"/>
              <a:ext cx="173550" cy="173575"/>
            </a:xfrm>
            <a:custGeom>
              <a:rect b="b" l="l" r="r" t="t"/>
              <a:pathLst>
                <a:path extrusionOk="0" h="6943" w="6942">
                  <a:moveTo>
                    <a:pt x="0" y="1"/>
                  </a:moveTo>
                  <a:lnTo>
                    <a:pt x="0" y="6942"/>
                  </a:lnTo>
                  <a:lnTo>
                    <a:pt x="6942" y="6942"/>
                  </a:lnTo>
                  <a:lnTo>
                    <a:pt x="69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24"/>
            <p:cNvSpPr/>
            <p:nvPr/>
          </p:nvSpPr>
          <p:spPr>
            <a:xfrm>
              <a:off x="2988150" y="2169450"/>
              <a:ext cx="173275" cy="346800"/>
            </a:xfrm>
            <a:custGeom>
              <a:rect b="b" l="l" r="r" t="t"/>
              <a:pathLst>
                <a:path extrusionOk="0" h="13872" w="6931">
                  <a:moveTo>
                    <a:pt x="1" y="0"/>
                  </a:moveTo>
                  <a:lnTo>
                    <a:pt x="1" y="6930"/>
                  </a:lnTo>
                  <a:lnTo>
                    <a:pt x="1" y="13871"/>
                  </a:lnTo>
                  <a:lnTo>
                    <a:pt x="6930" y="13871"/>
                  </a:lnTo>
                  <a:lnTo>
                    <a:pt x="6930" y="6930"/>
                  </a:lnTo>
                  <a:lnTo>
                    <a:pt x="693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24"/>
            <p:cNvSpPr/>
            <p:nvPr/>
          </p:nvSpPr>
          <p:spPr>
            <a:xfrm>
              <a:off x="3616500" y="2175100"/>
              <a:ext cx="173875" cy="520325"/>
            </a:xfrm>
            <a:custGeom>
              <a:rect b="b" l="l" r="r" t="t"/>
              <a:pathLst>
                <a:path extrusionOk="0" h="20813" w="6955">
                  <a:moveTo>
                    <a:pt x="1" y="0"/>
                  </a:moveTo>
                  <a:lnTo>
                    <a:pt x="1" y="6942"/>
                  </a:lnTo>
                  <a:lnTo>
                    <a:pt x="1" y="13883"/>
                  </a:lnTo>
                  <a:lnTo>
                    <a:pt x="1" y="20813"/>
                  </a:lnTo>
                  <a:lnTo>
                    <a:pt x="6954" y="20813"/>
                  </a:lnTo>
                  <a:lnTo>
                    <a:pt x="6954" y="13883"/>
                  </a:lnTo>
                  <a:lnTo>
                    <a:pt x="6954" y="6942"/>
                  </a:lnTo>
                  <a:lnTo>
                    <a:pt x="695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24"/>
            <p:cNvSpPr/>
            <p:nvPr/>
          </p:nvSpPr>
          <p:spPr>
            <a:xfrm>
              <a:off x="4230875" y="2175100"/>
              <a:ext cx="173250" cy="520325"/>
            </a:xfrm>
            <a:custGeom>
              <a:rect b="b" l="l" r="r" t="t"/>
              <a:pathLst>
                <a:path extrusionOk="0" h="20813" w="6930">
                  <a:moveTo>
                    <a:pt x="0" y="0"/>
                  </a:moveTo>
                  <a:lnTo>
                    <a:pt x="0" y="6942"/>
                  </a:lnTo>
                  <a:lnTo>
                    <a:pt x="0" y="13883"/>
                  </a:lnTo>
                  <a:lnTo>
                    <a:pt x="0" y="20813"/>
                  </a:lnTo>
                  <a:lnTo>
                    <a:pt x="6930" y="20813"/>
                  </a:lnTo>
                  <a:lnTo>
                    <a:pt x="6930" y="13883"/>
                  </a:lnTo>
                  <a:lnTo>
                    <a:pt x="6930" y="6942"/>
                  </a:lnTo>
                  <a:lnTo>
                    <a:pt x="693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24"/>
            <p:cNvSpPr/>
            <p:nvPr/>
          </p:nvSpPr>
          <p:spPr>
            <a:xfrm>
              <a:off x="2814625" y="2519200"/>
              <a:ext cx="346800" cy="1040625"/>
            </a:xfrm>
            <a:custGeom>
              <a:rect b="b" l="l" r="r" t="t"/>
              <a:pathLst>
                <a:path extrusionOk="0" h="41625" w="13872">
                  <a:moveTo>
                    <a:pt x="1" y="0"/>
                  </a:moveTo>
                  <a:lnTo>
                    <a:pt x="1" y="6930"/>
                  </a:lnTo>
                  <a:lnTo>
                    <a:pt x="1" y="13871"/>
                  </a:lnTo>
                  <a:lnTo>
                    <a:pt x="1" y="20800"/>
                  </a:lnTo>
                  <a:lnTo>
                    <a:pt x="1" y="27742"/>
                  </a:lnTo>
                  <a:lnTo>
                    <a:pt x="6942" y="27742"/>
                  </a:lnTo>
                  <a:lnTo>
                    <a:pt x="6942" y="20800"/>
                  </a:lnTo>
                  <a:lnTo>
                    <a:pt x="6942" y="13871"/>
                  </a:lnTo>
                  <a:lnTo>
                    <a:pt x="6942" y="6930"/>
                  </a:lnTo>
                  <a:lnTo>
                    <a:pt x="6942" y="0"/>
                  </a:lnTo>
                  <a:close/>
                  <a:moveTo>
                    <a:pt x="6942" y="27742"/>
                  </a:moveTo>
                  <a:lnTo>
                    <a:pt x="6942" y="34671"/>
                  </a:lnTo>
                  <a:lnTo>
                    <a:pt x="6942" y="41624"/>
                  </a:lnTo>
                  <a:lnTo>
                    <a:pt x="13871" y="41624"/>
                  </a:lnTo>
                  <a:lnTo>
                    <a:pt x="13871" y="34671"/>
                  </a:lnTo>
                  <a:lnTo>
                    <a:pt x="13871" y="2774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24"/>
            <p:cNvSpPr/>
            <p:nvPr/>
          </p:nvSpPr>
          <p:spPr>
            <a:xfrm>
              <a:off x="3161400" y="3559800"/>
              <a:ext cx="173550" cy="173550"/>
            </a:xfrm>
            <a:custGeom>
              <a:rect b="b" l="l" r="r" t="t"/>
              <a:pathLst>
                <a:path extrusionOk="0" h="6942" w="6942">
                  <a:moveTo>
                    <a:pt x="0" y="0"/>
                  </a:moveTo>
                  <a:lnTo>
                    <a:pt x="0" y="6942"/>
                  </a:lnTo>
                  <a:lnTo>
                    <a:pt x="6942" y="6942"/>
                  </a:lnTo>
                  <a:lnTo>
                    <a:pt x="694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24"/>
            <p:cNvSpPr/>
            <p:nvPr/>
          </p:nvSpPr>
          <p:spPr>
            <a:xfrm>
              <a:off x="3334925" y="3733325"/>
              <a:ext cx="347100" cy="173250"/>
            </a:xfrm>
            <a:custGeom>
              <a:rect b="b" l="l" r="r" t="t"/>
              <a:pathLst>
                <a:path extrusionOk="0" h="6930" w="13884">
                  <a:moveTo>
                    <a:pt x="1" y="1"/>
                  </a:moveTo>
                  <a:lnTo>
                    <a:pt x="1" y="6930"/>
                  </a:lnTo>
                  <a:lnTo>
                    <a:pt x="13883" y="6930"/>
                  </a:lnTo>
                  <a:lnTo>
                    <a:pt x="138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24"/>
            <p:cNvSpPr/>
            <p:nvPr/>
          </p:nvSpPr>
          <p:spPr>
            <a:xfrm>
              <a:off x="4375525" y="3733325"/>
              <a:ext cx="346800" cy="173250"/>
            </a:xfrm>
            <a:custGeom>
              <a:rect b="b" l="l" r="r" t="t"/>
              <a:pathLst>
                <a:path extrusionOk="0" h="6930" w="13872">
                  <a:moveTo>
                    <a:pt x="1" y="1"/>
                  </a:moveTo>
                  <a:lnTo>
                    <a:pt x="1" y="6930"/>
                  </a:lnTo>
                  <a:lnTo>
                    <a:pt x="13872" y="6930"/>
                  </a:lnTo>
                  <a:lnTo>
                    <a:pt x="1387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24"/>
            <p:cNvSpPr/>
            <p:nvPr/>
          </p:nvSpPr>
          <p:spPr>
            <a:xfrm>
              <a:off x="4722300" y="3559800"/>
              <a:ext cx="173275" cy="173550"/>
            </a:xfrm>
            <a:custGeom>
              <a:rect b="b" l="l" r="r" t="t"/>
              <a:pathLst>
                <a:path extrusionOk="0" h="6942" w="6931">
                  <a:moveTo>
                    <a:pt x="1" y="0"/>
                  </a:moveTo>
                  <a:lnTo>
                    <a:pt x="1" y="6942"/>
                  </a:lnTo>
                  <a:lnTo>
                    <a:pt x="6930" y="6942"/>
                  </a:lnTo>
                  <a:lnTo>
                    <a:pt x="693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24"/>
            <p:cNvSpPr/>
            <p:nvPr/>
          </p:nvSpPr>
          <p:spPr>
            <a:xfrm>
              <a:off x="4895850" y="3212725"/>
              <a:ext cx="173550" cy="347100"/>
            </a:xfrm>
            <a:custGeom>
              <a:rect b="b" l="l" r="r" t="t"/>
              <a:pathLst>
                <a:path extrusionOk="0" h="13884" w="6942">
                  <a:moveTo>
                    <a:pt x="0" y="1"/>
                  </a:moveTo>
                  <a:lnTo>
                    <a:pt x="0" y="6954"/>
                  </a:lnTo>
                  <a:lnTo>
                    <a:pt x="0" y="13883"/>
                  </a:lnTo>
                  <a:lnTo>
                    <a:pt x="6941" y="13883"/>
                  </a:lnTo>
                  <a:lnTo>
                    <a:pt x="6941" y="6954"/>
                  </a:lnTo>
                  <a:lnTo>
                    <a:pt x="694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24"/>
            <p:cNvSpPr/>
            <p:nvPr/>
          </p:nvSpPr>
          <p:spPr>
            <a:xfrm>
              <a:off x="5069375" y="2519200"/>
              <a:ext cx="173550" cy="693550"/>
            </a:xfrm>
            <a:custGeom>
              <a:rect b="b" l="l" r="r" t="t"/>
              <a:pathLst>
                <a:path extrusionOk="0" h="27742" w="6942">
                  <a:moveTo>
                    <a:pt x="0" y="0"/>
                  </a:moveTo>
                  <a:lnTo>
                    <a:pt x="0" y="6930"/>
                  </a:lnTo>
                  <a:lnTo>
                    <a:pt x="0" y="13871"/>
                  </a:lnTo>
                  <a:lnTo>
                    <a:pt x="0" y="20800"/>
                  </a:lnTo>
                  <a:lnTo>
                    <a:pt x="0" y="27742"/>
                  </a:lnTo>
                  <a:lnTo>
                    <a:pt x="6942" y="27742"/>
                  </a:lnTo>
                  <a:lnTo>
                    <a:pt x="6942" y="20800"/>
                  </a:lnTo>
                  <a:lnTo>
                    <a:pt x="6942" y="13871"/>
                  </a:lnTo>
                  <a:lnTo>
                    <a:pt x="6942" y="6930"/>
                  </a:lnTo>
                  <a:lnTo>
                    <a:pt x="694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24"/>
            <p:cNvSpPr/>
            <p:nvPr/>
          </p:nvSpPr>
          <p:spPr>
            <a:xfrm>
              <a:off x="4895850" y="2172425"/>
              <a:ext cx="173550" cy="346800"/>
            </a:xfrm>
            <a:custGeom>
              <a:rect b="b" l="l" r="r" t="t"/>
              <a:pathLst>
                <a:path extrusionOk="0" h="13872" w="6942">
                  <a:moveTo>
                    <a:pt x="0" y="0"/>
                  </a:moveTo>
                  <a:lnTo>
                    <a:pt x="0" y="6930"/>
                  </a:lnTo>
                  <a:lnTo>
                    <a:pt x="0" y="13871"/>
                  </a:lnTo>
                  <a:lnTo>
                    <a:pt x="6941" y="13871"/>
                  </a:lnTo>
                  <a:lnTo>
                    <a:pt x="6941" y="6930"/>
                  </a:lnTo>
                  <a:lnTo>
                    <a:pt x="69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24"/>
            <p:cNvSpPr/>
            <p:nvPr/>
          </p:nvSpPr>
          <p:spPr>
            <a:xfrm>
              <a:off x="4722300" y="1998875"/>
              <a:ext cx="173275" cy="173575"/>
            </a:xfrm>
            <a:custGeom>
              <a:rect b="b" l="l" r="r" t="t"/>
              <a:pathLst>
                <a:path extrusionOk="0" h="6943" w="6931">
                  <a:moveTo>
                    <a:pt x="1" y="1"/>
                  </a:moveTo>
                  <a:lnTo>
                    <a:pt x="1" y="6942"/>
                  </a:lnTo>
                  <a:lnTo>
                    <a:pt x="6930" y="6942"/>
                  </a:lnTo>
                  <a:lnTo>
                    <a:pt x="693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24"/>
            <p:cNvSpPr/>
            <p:nvPr/>
          </p:nvSpPr>
          <p:spPr>
            <a:xfrm>
              <a:off x="3334925" y="1652725"/>
              <a:ext cx="1387400" cy="346175"/>
            </a:xfrm>
            <a:custGeom>
              <a:rect b="b" l="l" r="r" t="t"/>
              <a:pathLst>
                <a:path extrusionOk="0" h="13847" w="55496">
                  <a:moveTo>
                    <a:pt x="6954" y="0"/>
                  </a:moveTo>
                  <a:lnTo>
                    <a:pt x="6954" y="6799"/>
                  </a:lnTo>
                  <a:lnTo>
                    <a:pt x="1" y="6799"/>
                  </a:lnTo>
                  <a:lnTo>
                    <a:pt x="1" y="13728"/>
                  </a:lnTo>
                  <a:lnTo>
                    <a:pt x="6954" y="13728"/>
                  </a:lnTo>
                  <a:lnTo>
                    <a:pt x="6954" y="6929"/>
                  </a:lnTo>
                  <a:lnTo>
                    <a:pt x="48554" y="6929"/>
                  </a:lnTo>
                  <a:lnTo>
                    <a:pt x="48554" y="13847"/>
                  </a:lnTo>
                  <a:lnTo>
                    <a:pt x="55496" y="13847"/>
                  </a:lnTo>
                  <a:lnTo>
                    <a:pt x="55496" y="6918"/>
                  </a:lnTo>
                  <a:lnTo>
                    <a:pt x="48554" y="6918"/>
                  </a:lnTo>
                  <a:lnTo>
                    <a:pt x="4855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24"/>
            <p:cNvSpPr/>
            <p:nvPr/>
          </p:nvSpPr>
          <p:spPr>
            <a:xfrm>
              <a:off x="3682000" y="3906550"/>
              <a:ext cx="693550" cy="173575"/>
            </a:xfrm>
            <a:custGeom>
              <a:rect b="b" l="l" r="r" t="t"/>
              <a:pathLst>
                <a:path extrusionOk="0" h="6943" w="27742">
                  <a:moveTo>
                    <a:pt x="0" y="1"/>
                  </a:moveTo>
                  <a:lnTo>
                    <a:pt x="0" y="6942"/>
                  </a:lnTo>
                  <a:lnTo>
                    <a:pt x="27742" y="6942"/>
                  </a:lnTo>
                  <a:lnTo>
                    <a:pt x="277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24"/>
            <p:cNvSpPr/>
            <p:nvPr/>
          </p:nvSpPr>
          <p:spPr>
            <a:xfrm>
              <a:off x="3682000" y="3186225"/>
              <a:ext cx="693550" cy="173575"/>
            </a:xfrm>
            <a:custGeom>
              <a:rect b="b" l="l" r="r" t="t"/>
              <a:pathLst>
                <a:path extrusionOk="0" h="6943" w="27742">
                  <a:moveTo>
                    <a:pt x="0" y="1"/>
                  </a:moveTo>
                  <a:lnTo>
                    <a:pt x="0" y="6942"/>
                  </a:lnTo>
                  <a:lnTo>
                    <a:pt x="27742" y="6942"/>
                  </a:lnTo>
                  <a:lnTo>
                    <a:pt x="277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24"/>
            <p:cNvSpPr/>
            <p:nvPr/>
          </p:nvSpPr>
          <p:spPr>
            <a:xfrm>
              <a:off x="4375525" y="3013000"/>
              <a:ext cx="173275" cy="173250"/>
            </a:xfrm>
            <a:custGeom>
              <a:rect b="b" l="l" r="r" t="t"/>
              <a:pathLst>
                <a:path extrusionOk="0" h="6930" w="6931">
                  <a:moveTo>
                    <a:pt x="1" y="1"/>
                  </a:moveTo>
                  <a:lnTo>
                    <a:pt x="1" y="6930"/>
                  </a:lnTo>
                  <a:lnTo>
                    <a:pt x="6930" y="6930"/>
                  </a:lnTo>
                  <a:lnTo>
                    <a:pt x="693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24"/>
            <p:cNvSpPr/>
            <p:nvPr/>
          </p:nvSpPr>
          <p:spPr>
            <a:xfrm>
              <a:off x="3508750" y="3013000"/>
              <a:ext cx="173275" cy="173250"/>
            </a:xfrm>
            <a:custGeom>
              <a:rect b="b" l="l" r="r" t="t"/>
              <a:pathLst>
                <a:path extrusionOk="0" h="6930" w="6931">
                  <a:moveTo>
                    <a:pt x="1" y="1"/>
                  </a:moveTo>
                  <a:lnTo>
                    <a:pt x="1" y="6930"/>
                  </a:lnTo>
                  <a:lnTo>
                    <a:pt x="6930" y="6930"/>
                  </a:lnTo>
                  <a:lnTo>
                    <a:pt x="693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26" name="Google Shape;526;p24"/>
          <p:cNvGrpSpPr/>
          <p:nvPr/>
        </p:nvGrpSpPr>
        <p:grpSpPr>
          <a:xfrm flipH="1" rot="10800000">
            <a:off x="8402646" y="1610664"/>
            <a:ext cx="455742" cy="385444"/>
            <a:chOff x="4052875" y="1592600"/>
            <a:chExt cx="737925" cy="624200"/>
          </a:xfrm>
        </p:grpSpPr>
        <p:sp>
          <p:nvSpPr>
            <p:cNvPr id="527" name="Google Shape;527;p24"/>
            <p:cNvSpPr/>
            <p:nvPr/>
          </p:nvSpPr>
          <p:spPr>
            <a:xfrm>
              <a:off x="4052875" y="1592600"/>
              <a:ext cx="737925" cy="624200"/>
            </a:xfrm>
            <a:custGeom>
              <a:rect b="b" l="l" r="r" t="t"/>
              <a:pathLst>
                <a:path extrusionOk="0" h="24968" w="29517">
                  <a:moveTo>
                    <a:pt x="13621" y="0"/>
                  </a:moveTo>
                  <a:lnTo>
                    <a:pt x="13621" y="2262"/>
                  </a:lnTo>
                  <a:lnTo>
                    <a:pt x="11359" y="2262"/>
                  </a:lnTo>
                  <a:lnTo>
                    <a:pt x="11359" y="4548"/>
                  </a:lnTo>
                  <a:lnTo>
                    <a:pt x="9085" y="4548"/>
                  </a:lnTo>
                  <a:lnTo>
                    <a:pt x="9085" y="6810"/>
                  </a:lnTo>
                  <a:lnTo>
                    <a:pt x="6823" y="6810"/>
                  </a:lnTo>
                  <a:lnTo>
                    <a:pt x="6823" y="9061"/>
                  </a:lnTo>
                  <a:lnTo>
                    <a:pt x="4549" y="9061"/>
                  </a:lnTo>
                  <a:lnTo>
                    <a:pt x="4549" y="11347"/>
                  </a:lnTo>
                  <a:lnTo>
                    <a:pt x="2275" y="11347"/>
                  </a:lnTo>
                  <a:lnTo>
                    <a:pt x="2275" y="13609"/>
                  </a:lnTo>
                  <a:lnTo>
                    <a:pt x="1" y="13609"/>
                  </a:lnTo>
                  <a:lnTo>
                    <a:pt x="1" y="15883"/>
                  </a:lnTo>
                  <a:lnTo>
                    <a:pt x="9085" y="15883"/>
                  </a:lnTo>
                  <a:lnTo>
                    <a:pt x="9085" y="24967"/>
                  </a:lnTo>
                  <a:lnTo>
                    <a:pt x="20432" y="24967"/>
                  </a:lnTo>
                  <a:lnTo>
                    <a:pt x="20432" y="15883"/>
                  </a:lnTo>
                  <a:lnTo>
                    <a:pt x="29516" y="15883"/>
                  </a:lnTo>
                  <a:lnTo>
                    <a:pt x="29516" y="13609"/>
                  </a:lnTo>
                  <a:lnTo>
                    <a:pt x="27242" y="13609"/>
                  </a:lnTo>
                  <a:lnTo>
                    <a:pt x="27242" y="11347"/>
                  </a:lnTo>
                  <a:lnTo>
                    <a:pt x="24980" y="11347"/>
                  </a:lnTo>
                  <a:lnTo>
                    <a:pt x="24980" y="9061"/>
                  </a:lnTo>
                  <a:lnTo>
                    <a:pt x="22706" y="9061"/>
                  </a:lnTo>
                  <a:lnTo>
                    <a:pt x="22706" y="6810"/>
                  </a:lnTo>
                  <a:lnTo>
                    <a:pt x="20432" y="6810"/>
                  </a:lnTo>
                  <a:lnTo>
                    <a:pt x="20432" y="4548"/>
                  </a:lnTo>
                  <a:lnTo>
                    <a:pt x="18158" y="4548"/>
                  </a:lnTo>
                  <a:lnTo>
                    <a:pt x="18158" y="2262"/>
                  </a:lnTo>
                  <a:lnTo>
                    <a:pt x="15895" y="2262"/>
                  </a:lnTo>
                  <a:lnTo>
                    <a:pt x="1589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24"/>
            <p:cNvSpPr/>
            <p:nvPr/>
          </p:nvSpPr>
          <p:spPr>
            <a:xfrm>
              <a:off x="4336850" y="164945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0" y="0"/>
                  </a:moveTo>
                  <a:lnTo>
                    <a:pt x="0" y="2262"/>
                  </a:lnTo>
                  <a:lnTo>
                    <a:pt x="2262" y="2262"/>
                  </a:lnTo>
                  <a:lnTo>
                    <a:pt x="226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24"/>
            <p:cNvSpPr/>
            <p:nvPr/>
          </p:nvSpPr>
          <p:spPr>
            <a:xfrm>
              <a:off x="4393700" y="1592875"/>
              <a:ext cx="56575" cy="56600"/>
            </a:xfrm>
            <a:custGeom>
              <a:rect b="b" l="l" r="r" t="t"/>
              <a:pathLst>
                <a:path extrusionOk="0" h="2264" w="2263">
                  <a:moveTo>
                    <a:pt x="0" y="1"/>
                  </a:moveTo>
                  <a:lnTo>
                    <a:pt x="0" y="2263"/>
                  </a:lnTo>
                  <a:lnTo>
                    <a:pt x="2262" y="2263"/>
                  </a:lnTo>
                  <a:lnTo>
                    <a:pt x="226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24"/>
            <p:cNvSpPr/>
            <p:nvPr/>
          </p:nvSpPr>
          <p:spPr>
            <a:xfrm>
              <a:off x="4280275" y="1706300"/>
              <a:ext cx="56600" cy="56575"/>
            </a:xfrm>
            <a:custGeom>
              <a:rect b="b" l="l" r="r" t="t"/>
              <a:pathLst>
                <a:path extrusionOk="0" h="2263" w="2264">
                  <a:moveTo>
                    <a:pt x="1" y="0"/>
                  </a:moveTo>
                  <a:lnTo>
                    <a:pt x="1" y="2262"/>
                  </a:lnTo>
                  <a:lnTo>
                    <a:pt x="2263" y="2262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24"/>
            <p:cNvSpPr/>
            <p:nvPr/>
          </p:nvSpPr>
          <p:spPr>
            <a:xfrm>
              <a:off x="4223425" y="176285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1" y="0"/>
                  </a:moveTo>
                  <a:lnTo>
                    <a:pt x="1" y="2263"/>
                  </a:lnTo>
                  <a:lnTo>
                    <a:pt x="2263" y="2263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24"/>
            <p:cNvSpPr/>
            <p:nvPr/>
          </p:nvSpPr>
          <p:spPr>
            <a:xfrm>
              <a:off x="4166275" y="181970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1" y="0"/>
                  </a:moveTo>
                  <a:lnTo>
                    <a:pt x="1" y="2263"/>
                  </a:lnTo>
                  <a:lnTo>
                    <a:pt x="2263" y="2263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24"/>
            <p:cNvSpPr/>
            <p:nvPr/>
          </p:nvSpPr>
          <p:spPr>
            <a:xfrm>
              <a:off x="4109725" y="187625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1" y="1"/>
                  </a:moveTo>
                  <a:lnTo>
                    <a:pt x="1" y="2263"/>
                  </a:lnTo>
                  <a:lnTo>
                    <a:pt x="2263" y="2263"/>
                  </a:lnTo>
                  <a:lnTo>
                    <a:pt x="226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24"/>
            <p:cNvSpPr/>
            <p:nvPr/>
          </p:nvSpPr>
          <p:spPr>
            <a:xfrm>
              <a:off x="4052875" y="1933100"/>
              <a:ext cx="283700" cy="56575"/>
            </a:xfrm>
            <a:custGeom>
              <a:rect b="b" l="l" r="r" t="t"/>
              <a:pathLst>
                <a:path extrusionOk="0" h="2263" w="11348">
                  <a:moveTo>
                    <a:pt x="1" y="1"/>
                  </a:moveTo>
                  <a:lnTo>
                    <a:pt x="1" y="2263"/>
                  </a:lnTo>
                  <a:lnTo>
                    <a:pt x="11347" y="2263"/>
                  </a:lnTo>
                  <a:lnTo>
                    <a:pt x="1134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24"/>
            <p:cNvSpPr/>
            <p:nvPr/>
          </p:nvSpPr>
          <p:spPr>
            <a:xfrm>
              <a:off x="4279975" y="2160225"/>
              <a:ext cx="283400" cy="56575"/>
            </a:xfrm>
            <a:custGeom>
              <a:rect b="b" l="l" r="r" t="t"/>
              <a:pathLst>
                <a:path extrusionOk="0" h="2263" w="11336">
                  <a:moveTo>
                    <a:pt x="1" y="0"/>
                  </a:moveTo>
                  <a:lnTo>
                    <a:pt x="1" y="2262"/>
                  </a:lnTo>
                  <a:lnTo>
                    <a:pt x="11336" y="2262"/>
                  </a:lnTo>
                  <a:lnTo>
                    <a:pt x="1133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24"/>
            <p:cNvSpPr/>
            <p:nvPr/>
          </p:nvSpPr>
          <p:spPr>
            <a:xfrm>
              <a:off x="4280275" y="1989350"/>
              <a:ext cx="56600" cy="227150"/>
            </a:xfrm>
            <a:custGeom>
              <a:rect b="b" l="l" r="r" t="t"/>
              <a:pathLst>
                <a:path extrusionOk="0" h="9086" w="2264">
                  <a:moveTo>
                    <a:pt x="1" y="1"/>
                  </a:moveTo>
                  <a:lnTo>
                    <a:pt x="1" y="9085"/>
                  </a:lnTo>
                  <a:lnTo>
                    <a:pt x="2263" y="9085"/>
                  </a:lnTo>
                  <a:lnTo>
                    <a:pt x="226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24"/>
            <p:cNvSpPr/>
            <p:nvPr/>
          </p:nvSpPr>
          <p:spPr>
            <a:xfrm>
              <a:off x="4450250" y="164945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0" y="0"/>
                  </a:moveTo>
                  <a:lnTo>
                    <a:pt x="0" y="2262"/>
                  </a:lnTo>
                  <a:lnTo>
                    <a:pt x="2263" y="2262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24"/>
            <p:cNvSpPr/>
            <p:nvPr/>
          </p:nvSpPr>
          <p:spPr>
            <a:xfrm>
              <a:off x="4507100" y="170630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0" y="0"/>
                  </a:moveTo>
                  <a:lnTo>
                    <a:pt x="0" y="2262"/>
                  </a:lnTo>
                  <a:lnTo>
                    <a:pt x="2263" y="2262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24"/>
            <p:cNvSpPr/>
            <p:nvPr/>
          </p:nvSpPr>
          <p:spPr>
            <a:xfrm>
              <a:off x="4563650" y="176285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1" y="0"/>
                  </a:moveTo>
                  <a:lnTo>
                    <a:pt x="1" y="2263"/>
                  </a:lnTo>
                  <a:lnTo>
                    <a:pt x="2263" y="2263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24"/>
            <p:cNvSpPr/>
            <p:nvPr/>
          </p:nvSpPr>
          <p:spPr>
            <a:xfrm>
              <a:off x="4620200" y="181970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1" y="0"/>
                  </a:moveTo>
                  <a:lnTo>
                    <a:pt x="1" y="2263"/>
                  </a:lnTo>
                  <a:lnTo>
                    <a:pt x="2263" y="2263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24"/>
            <p:cNvSpPr/>
            <p:nvPr/>
          </p:nvSpPr>
          <p:spPr>
            <a:xfrm>
              <a:off x="4677050" y="1876250"/>
              <a:ext cx="56600" cy="56575"/>
            </a:xfrm>
            <a:custGeom>
              <a:rect b="b" l="l" r="r" t="t"/>
              <a:pathLst>
                <a:path extrusionOk="0" h="2263" w="2264">
                  <a:moveTo>
                    <a:pt x="1" y="1"/>
                  </a:moveTo>
                  <a:lnTo>
                    <a:pt x="1" y="2263"/>
                  </a:lnTo>
                  <a:lnTo>
                    <a:pt x="2263" y="2263"/>
                  </a:lnTo>
                  <a:lnTo>
                    <a:pt x="226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24"/>
            <p:cNvSpPr/>
            <p:nvPr/>
          </p:nvSpPr>
          <p:spPr>
            <a:xfrm>
              <a:off x="4506800" y="1933100"/>
              <a:ext cx="283400" cy="56575"/>
            </a:xfrm>
            <a:custGeom>
              <a:rect b="b" l="l" r="r" t="t"/>
              <a:pathLst>
                <a:path extrusionOk="0" h="2263" w="11336">
                  <a:moveTo>
                    <a:pt x="1" y="1"/>
                  </a:moveTo>
                  <a:lnTo>
                    <a:pt x="1" y="2263"/>
                  </a:lnTo>
                  <a:lnTo>
                    <a:pt x="11335" y="2263"/>
                  </a:lnTo>
                  <a:lnTo>
                    <a:pt x="1133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24"/>
            <p:cNvSpPr/>
            <p:nvPr/>
          </p:nvSpPr>
          <p:spPr>
            <a:xfrm>
              <a:off x="4507100" y="1989650"/>
              <a:ext cx="56575" cy="227150"/>
            </a:xfrm>
            <a:custGeom>
              <a:rect b="b" l="l" r="r" t="t"/>
              <a:pathLst>
                <a:path extrusionOk="0" h="9086" w="2263">
                  <a:moveTo>
                    <a:pt x="0" y="1"/>
                  </a:moveTo>
                  <a:lnTo>
                    <a:pt x="0" y="9085"/>
                  </a:lnTo>
                  <a:lnTo>
                    <a:pt x="2263" y="9085"/>
                  </a:lnTo>
                  <a:lnTo>
                    <a:pt x="226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2"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5" name="Google Shape;545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6" name="Google Shape;546;p25"/>
          <p:cNvPicPr preferRelativeResize="0"/>
          <p:nvPr/>
        </p:nvPicPr>
        <p:blipFill>
          <a:blip r:embed="rId3">
            <a:alphaModFix amt="52999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25"/>
          <p:cNvSpPr txBox="1"/>
          <p:nvPr>
            <p:ph type="title"/>
          </p:nvPr>
        </p:nvSpPr>
        <p:spPr>
          <a:xfrm>
            <a:off x="713225" y="484425"/>
            <a:ext cx="77175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548" name="Google Shape;548;p25"/>
          <p:cNvSpPr txBox="1"/>
          <p:nvPr>
            <p:ph idx="1" type="subTitle"/>
          </p:nvPr>
        </p:nvSpPr>
        <p:spPr>
          <a:xfrm>
            <a:off x="713254" y="1511725"/>
            <a:ext cx="3425400" cy="658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49" name="Google Shape;549;p25"/>
          <p:cNvSpPr txBox="1"/>
          <p:nvPr>
            <p:ph idx="2" type="subTitle"/>
          </p:nvPr>
        </p:nvSpPr>
        <p:spPr>
          <a:xfrm>
            <a:off x="713404" y="2730750"/>
            <a:ext cx="3425100" cy="658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50" name="Google Shape;550;p25"/>
          <p:cNvSpPr txBox="1"/>
          <p:nvPr>
            <p:ph idx="3" type="subTitle"/>
          </p:nvPr>
        </p:nvSpPr>
        <p:spPr>
          <a:xfrm>
            <a:off x="5005046" y="2730750"/>
            <a:ext cx="3425700" cy="658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51" name="Google Shape;551;p25"/>
          <p:cNvSpPr txBox="1"/>
          <p:nvPr>
            <p:ph idx="4" type="subTitle"/>
          </p:nvPr>
        </p:nvSpPr>
        <p:spPr>
          <a:xfrm>
            <a:off x="5005046" y="1511725"/>
            <a:ext cx="3425700" cy="658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52" name="Google Shape;552;p25"/>
          <p:cNvSpPr txBox="1"/>
          <p:nvPr>
            <p:ph idx="5" type="subTitle"/>
          </p:nvPr>
        </p:nvSpPr>
        <p:spPr>
          <a:xfrm>
            <a:off x="713254" y="3949775"/>
            <a:ext cx="3425400" cy="658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53" name="Google Shape;553;p25"/>
          <p:cNvSpPr txBox="1"/>
          <p:nvPr>
            <p:ph idx="6" type="subTitle"/>
          </p:nvPr>
        </p:nvSpPr>
        <p:spPr>
          <a:xfrm>
            <a:off x="5005046" y="3949775"/>
            <a:ext cx="3425700" cy="658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54" name="Google Shape;554;p25"/>
          <p:cNvSpPr txBox="1"/>
          <p:nvPr>
            <p:ph idx="7" type="subTitle"/>
          </p:nvPr>
        </p:nvSpPr>
        <p:spPr>
          <a:xfrm>
            <a:off x="713254" y="1117050"/>
            <a:ext cx="3425400" cy="5373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7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55" name="Google Shape;555;p25"/>
          <p:cNvSpPr txBox="1"/>
          <p:nvPr>
            <p:ph idx="8" type="subTitle"/>
          </p:nvPr>
        </p:nvSpPr>
        <p:spPr>
          <a:xfrm>
            <a:off x="713404" y="2335925"/>
            <a:ext cx="3425100" cy="5373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7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56" name="Google Shape;556;p25"/>
          <p:cNvSpPr txBox="1"/>
          <p:nvPr>
            <p:ph idx="9" type="subTitle"/>
          </p:nvPr>
        </p:nvSpPr>
        <p:spPr>
          <a:xfrm>
            <a:off x="5005046" y="2335925"/>
            <a:ext cx="3425700" cy="5373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7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57" name="Google Shape;557;p25"/>
          <p:cNvSpPr txBox="1"/>
          <p:nvPr>
            <p:ph idx="13" type="subTitle"/>
          </p:nvPr>
        </p:nvSpPr>
        <p:spPr>
          <a:xfrm>
            <a:off x="5005046" y="1117050"/>
            <a:ext cx="3425700" cy="5373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7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58" name="Google Shape;558;p25"/>
          <p:cNvSpPr txBox="1"/>
          <p:nvPr>
            <p:ph idx="14" type="subTitle"/>
          </p:nvPr>
        </p:nvSpPr>
        <p:spPr>
          <a:xfrm>
            <a:off x="713254" y="3554800"/>
            <a:ext cx="3425400" cy="5373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7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59" name="Google Shape;559;p25"/>
          <p:cNvSpPr txBox="1"/>
          <p:nvPr>
            <p:ph idx="15" type="subTitle"/>
          </p:nvPr>
        </p:nvSpPr>
        <p:spPr>
          <a:xfrm>
            <a:off x="5005196" y="3554800"/>
            <a:ext cx="3425400" cy="5373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7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cxnSp>
        <p:nvCxnSpPr>
          <p:cNvPr id="560" name="Google Shape;560;p25"/>
          <p:cNvCxnSpPr/>
          <p:nvPr/>
        </p:nvCxnSpPr>
        <p:spPr>
          <a:xfrm>
            <a:off x="368650" y="-375"/>
            <a:ext cx="0" cy="2063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1" name="Google Shape;561;p25"/>
          <p:cNvSpPr/>
          <p:nvPr/>
        </p:nvSpPr>
        <p:spPr>
          <a:xfrm>
            <a:off x="65300" y="2153149"/>
            <a:ext cx="609257" cy="554057"/>
          </a:xfrm>
          <a:custGeom>
            <a:rect b="b" l="l" r="r" t="t"/>
            <a:pathLst>
              <a:path extrusionOk="0" h="42538" w="46767">
                <a:moveTo>
                  <a:pt x="8494" y="1"/>
                </a:moveTo>
                <a:lnTo>
                  <a:pt x="8494" y="4247"/>
                </a:lnTo>
                <a:lnTo>
                  <a:pt x="4230" y="4247"/>
                </a:lnTo>
                <a:lnTo>
                  <a:pt x="4230" y="8512"/>
                </a:lnTo>
                <a:lnTo>
                  <a:pt x="1" y="8512"/>
                </a:lnTo>
                <a:lnTo>
                  <a:pt x="1" y="12758"/>
                </a:lnTo>
                <a:lnTo>
                  <a:pt x="1" y="17022"/>
                </a:lnTo>
                <a:lnTo>
                  <a:pt x="1" y="21269"/>
                </a:lnTo>
                <a:lnTo>
                  <a:pt x="4230" y="21269"/>
                </a:lnTo>
                <a:lnTo>
                  <a:pt x="4230" y="25516"/>
                </a:lnTo>
                <a:lnTo>
                  <a:pt x="8494" y="25516"/>
                </a:lnTo>
                <a:lnTo>
                  <a:pt x="8494" y="29780"/>
                </a:lnTo>
                <a:lnTo>
                  <a:pt x="12758" y="29780"/>
                </a:lnTo>
                <a:lnTo>
                  <a:pt x="12758" y="34027"/>
                </a:lnTo>
                <a:lnTo>
                  <a:pt x="16987" y="34027"/>
                </a:lnTo>
                <a:lnTo>
                  <a:pt x="16987" y="38273"/>
                </a:lnTo>
                <a:lnTo>
                  <a:pt x="21252" y="38273"/>
                </a:lnTo>
                <a:lnTo>
                  <a:pt x="21252" y="42537"/>
                </a:lnTo>
                <a:lnTo>
                  <a:pt x="25516" y="42537"/>
                </a:lnTo>
                <a:lnTo>
                  <a:pt x="25516" y="38273"/>
                </a:lnTo>
                <a:lnTo>
                  <a:pt x="29745" y="38273"/>
                </a:lnTo>
                <a:lnTo>
                  <a:pt x="29745" y="34027"/>
                </a:lnTo>
                <a:lnTo>
                  <a:pt x="34009" y="34027"/>
                </a:lnTo>
                <a:lnTo>
                  <a:pt x="34009" y="29780"/>
                </a:lnTo>
                <a:lnTo>
                  <a:pt x="38273" y="29780"/>
                </a:lnTo>
                <a:lnTo>
                  <a:pt x="38273" y="25516"/>
                </a:lnTo>
                <a:lnTo>
                  <a:pt x="42520" y="25516"/>
                </a:lnTo>
                <a:lnTo>
                  <a:pt x="42520" y="21269"/>
                </a:lnTo>
                <a:lnTo>
                  <a:pt x="46767" y="21269"/>
                </a:lnTo>
                <a:lnTo>
                  <a:pt x="46767" y="17022"/>
                </a:lnTo>
                <a:lnTo>
                  <a:pt x="46767" y="12758"/>
                </a:lnTo>
                <a:lnTo>
                  <a:pt x="46767" y="8512"/>
                </a:lnTo>
                <a:lnTo>
                  <a:pt x="42520" y="8512"/>
                </a:lnTo>
                <a:lnTo>
                  <a:pt x="42520" y="4247"/>
                </a:lnTo>
                <a:lnTo>
                  <a:pt x="38273" y="4247"/>
                </a:lnTo>
                <a:lnTo>
                  <a:pt x="38273" y="1"/>
                </a:lnTo>
                <a:lnTo>
                  <a:pt x="29745" y="1"/>
                </a:lnTo>
                <a:lnTo>
                  <a:pt x="29745" y="4247"/>
                </a:lnTo>
                <a:lnTo>
                  <a:pt x="25516" y="4247"/>
                </a:lnTo>
                <a:lnTo>
                  <a:pt x="25516" y="8512"/>
                </a:lnTo>
                <a:lnTo>
                  <a:pt x="21252" y="8512"/>
                </a:lnTo>
                <a:lnTo>
                  <a:pt x="21252" y="4247"/>
                </a:lnTo>
                <a:lnTo>
                  <a:pt x="16987" y="4247"/>
                </a:lnTo>
                <a:lnTo>
                  <a:pt x="1698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62" name="Google Shape;562;p25"/>
          <p:cNvCxnSpPr/>
          <p:nvPr/>
        </p:nvCxnSpPr>
        <p:spPr>
          <a:xfrm rot="10800000">
            <a:off x="4572000" y="4733100"/>
            <a:ext cx="0" cy="410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12"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4" name="Google Shape;564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5" name="Google Shape;565;p26"/>
          <p:cNvPicPr preferRelativeResize="0"/>
          <p:nvPr/>
        </p:nvPicPr>
        <p:blipFill>
          <a:blip r:embed="rId3">
            <a:alphaModFix amt="52999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26"/>
          <p:cNvSpPr txBox="1"/>
          <p:nvPr>
            <p:ph type="title"/>
          </p:nvPr>
        </p:nvSpPr>
        <p:spPr>
          <a:xfrm>
            <a:off x="2257350" y="767188"/>
            <a:ext cx="4629300" cy="9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567" name="Google Shape;567;p26"/>
          <p:cNvSpPr txBox="1"/>
          <p:nvPr>
            <p:ph idx="1" type="subTitle"/>
          </p:nvPr>
        </p:nvSpPr>
        <p:spPr>
          <a:xfrm>
            <a:off x="3051603" y="1608463"/>
            <a:ext cx="3040800" cy="1055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68" name="Google Shape;568;p26"/>
          <p:cNvSpPr txBox="1"/>
          <p:nvPr/>
        </p:nvSpPr>
        <p:spPr>
          <a:xfrm>
            <a:off x="2683500" y="3429925"/>
            <a:ext cx="3777000" cy="6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CREDITS</a:t>
            </a:r>
            <a:r>
              <a:rPr lang="en" sz="10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: This presentation template was created by </a:t>
            </a:r>
            <a:r>
              <a:rPr b="1" lang="en" sz="1000" u="sng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, and includes icons by </a:t>
            </a:r>
            <a:r>
              <a:rPr b="1" lang="en" sz="1000" u="sng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, and infographics &amp; images by </a:t>
            </a:r>
            <a:r>
              <a:rPr b="1" lang="en" sz="1000" u="sng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1" lang="en" sz="1000" u="sng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endParaRPr b="1" sz="1000" u="sng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grpSp>
        <p:nvGrpSpPr>
          <p:cNvPr id="569" name="Google Shape;569;p26"/>
          <p:cNvGrpSpPr/>
          <p:nvPr/>
        </p:nvGrpSpPr>
        <p:grpSpPr>
          <a:xfrm flipH="1">
            <a:off x="8077225" y="-375"/>
            <a:ext cx="238275" cy="1513170"/>
            <a:chOff x="474950" y="-375"/>
            <a:chExt cx="238275" cy="940500"/>
          </a:xfrm>
        </p:grpSpPr>
        <p:cxnSp>
          <p:nvCxnSpPr>
            <p:cNvPr id="570" name="Google Shape;570;p26"/>
            <p:cNvCxnSpPr/>
            <p:nvPr/>
          </p:nvCxnSpPr>
          <p:spPr>
            <a:xfrm>
              <a:off x="474950" y="-375"/>
              <a:ext cx="0" cy="9405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1" name="Google Shape;571;p26"/>
            <p:cNvCxnSpPr/>
            <p:nvPr/>
          </p:nvCxnSpPr>
          <p:spPr>
            <a:xfrm>
              <a:off x="713225" y="-375"/>
              <a:ext cx="0" cy="40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572" name="Google Shape;572;p26"/>
          <p:cNvCxnSpPr/>
          <p:nvPr/>
        </p:nvCxnSpPr>
        <p:spPr>
          <a:xfrm>
            <a:off x="708100" y="-375"/>
            <a:ext cx="0" cy="812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73" name="Google Shape;573;p26"/>
          <p:cNvGrpSpPr/>
          <p:nvPr/>
        </p:nvGrpSpPr>
        <p:grpSpPr>
          <a:xfrm flipH="1" rot="10800000">
            <a:off x="8094496" y="1608476"/>
            <a:ext cx="455742" cy="385444"/>
            <a:chOff x="4052875" y="1592600"/>
            <a:chExt cx="737925" cy="624200"/>
          </a:xfrm>
        </p:grpSpPr>
        <p:sp>
          <p:nvSpPr>
            <p:cNvPr id="574" name="Google Shape;574;p26"/>
            <p:cNvSpPr/>
            <p:nvPr/>
          </p:nvSpPr>
          <p:spPr>
            <a:xfrm>
              <a:off x="4052875" y="1592600"/>
              <a:ext cx="737925" cy="624200"/>
            </a:xfrm>
            <a:custGeom>
              <a:rect b="b" l="l" r="r" t="t"/>
              <a:pathLst>
                <a:path extrusionOk="0" h="24968" w="29517">
                  <a:moveTo>
                    <a:pt x="13621" y="0"/>
                  </a:moveTo>
                  <a:lnTo>
                    <a:pt x="13621" y="2262"/>
                  </a:lnTo>
                  <a:lnTo>
                    <a:pt x="11359" y="2262"/>
                  </a:lnTo>
                  <a:lnTo>
                    <a:pt x="11359" y="4548"/>
                  </a:lnTo>
                  <a:lnTo>
                    <a:pt x="9085" y="4548"/>
                  </a:lnTo>
                  <a:lnTo>
                    <a:pt x="9085" y="6810"/>
                  </a:lnTo>
                  <a:lnTo>
                    <a:pt x="6823" y="6810"/>
                  </a:lnTo>
                  <a:lnTo>
                    <a:pt x="6823" y="9061"/>
                  </a:lnTo>
                  <a:lnTo>
                    <a:pt x="4549" y="9061"/>
                  </a:lnTo>
                  <a:lnTo>
                    <a:pt x="4549" y="11347"/>
                  </a:lnTo>
                  <a:lnTo>
                    <a:pt x="2275" y="11347"/>
                  </a:lnTo>
                  <a:lnTo>
                    <a:pt x="2275" y="13609"/>
                  </a:lnTo>
                  <a:lnTo>
                    <a:pt x="1" y="13609"/>
                  </a:lnTo>
                  <a:lnTo>
                    <a:pt x="1" y="15883"/>
                  </a:lnTo>
                  <a:lnTo>
                    <a:pt x="9085" y="15883"/>
                  </a:lnTo>
                  <a:lnTo>
                    <a:pt x="9085" y="24967"/>
                  </a:lnTo>
                  <a:lnTo>
                    <a:pt x="20432" y="24967"/>
                  </a:lnTo>
                  <a:lnTo>
                    <a:pt x="20432" y="15883"/>
                  </a:lnTo>
                  <a:lnTo>
                    <a:pt x="29516" y="15883"/>
                  </a:lnTo>
                  <a:lnTo>
                    <a:pt x="29516" y="13609"/>
                  </a:lnTo>
                  <a:lnTo>
                    <a:pt x="27242" y="13609"/>
                  </a:lnTo>
                  <a:lnTo>
                    <a:pt x="27242" y="11347"/>
                  </a:lnTo>
                  <a:lnTo>
                    <a:pt x="24980" y="11347"/>
                  </a:lnTo>
                  <a:lnTo>
                    <a:pt x="24980" y="9061"/>
                  </a:lnTo>
                  <a:lnTo>
                    <a:pt x="22706" y="9061"/>
                  </a:lnTo>
                  <a:lnTo>
                    <a:pt x="22706" y="6810"/>
                  </a:lnTo>
                  <a:lnTo>
                    <a:pt x="20432" y="6810"/>
                  </a:lnTo>
                  <a:lnTo>
                    <a:pt x="20432" y="4548"/>
                  </a:lnTo>
                  <a:lnTo>
                    <a:pt x="18158" y="4548"/>
                  </a:lnTo>
                  <a:lnTo>
                    <a:pt x="18158" y="2262"/>
                  </a:lnTo>
                  <a:lnTo>
                    <a:pt x="15895" y="2262"/>
                  </a:lnTo>
                  <a:lnTo>
                    <a:pt x="158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26"/>
            <p:cNvSpPr/>
            <p:nvPr/>
          </p:nvSpPr>
          <p:spPr>
            <a:xfrm>
              <a:off x="4336850" y="164945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0" y="0"/>
                  </a:moveTo>
                  <a:lnTo>
                    <a:pt x="0" y="2262"/>
                  </a:lnTo>
                  <a:lnTo>
                    <a:pt x="2262" y="2262"/>
                  </a:lnTo>
                  <a:lnTo>
                    <a:pt x="226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26"/>
            <p:cNvSpPr/>
            <p:nvPr/>
          </p:nvSpPr>
          <p:spPr>
            <a:xfrm>
              <a:off x="4393700" y="1592875"/>
              <a:ext cx="56575" cy="56600"/>
            </a:xfrm>
            <a:custGeom>
              <a:rect b="b" l="l" r="r" t="t"/>
              <a:pathLst>
                <a:path extrusionOk="0" h="2264" w="2263">
                  <a:moveTo>
                    <a:pt x="0" y="1"/>
                  </a:moveTo>
                  <a:lnTo>
                    <a:pt x="0" y="2263"/>
                  </a:lnTo>
                  <a:lnTo>
                    <a:pt x="2262" y="2263"/>
                  </a:lnTo>
                  <a:lnTo>
                    <a:pt x="226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26"/>
            <p:cNvSpPr/>
            <p:nvPr/>
          </p:nvSpPr>
          <p:spPr>
            <a:xfrm>
              <a:off x="4280275" y="1706300"/>
              <a:ext cx="56600" cy="56575"/>
            </a:xfrm>
            <a:custGeom>
              <a:rect b="b" l="l" r="r" t="t"/>
              <a:pathLst>
                <a:path extrusionOk="0" h="2263" w="2264">
                  <a:moveTo>
                    <a:pt x="1" y="0"/>
                  </a:moveTo>
                  <a:lnTo>
                    <a:pt x="1" y="2262"/>
                  </a:lnTo>
                  <a:lnTo>
                    <a:pt x="2263" y="2262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26"/>
            <p:cNvSpPr/>
            <p:nvPr/>
          </p:nvSpPr>
          <p:spPr>
            <a:xfrm>
              <a:off x="4223425" y="176285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1" y="0"/>
                  </a:moveTo>
                  <a:lnTo>
                    <a:pt x="1" y="2263"/>
                  </a:lnTo>
                  <a:lnTo>
                    <a:pt x="2263" y="2263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26"/>
            <p:cNvSpPr/>
            <p:nvPr/>
          </p:nvSpPr>
          <p:spPr>
            <a:xfrm>
              <a:off x="4166275" y="181970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1" y="0"/>
                  </a:moveTo>
                  <a:lnTo>
                    <a:pt x="1" y="2263"/>
                  </a:lnTo>
                  <a:lnTo>
                    <a:pt x="2263" y="2263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26"/>
            <p:cNvSpPr/>
            <p:nvPr/>
          </p:nvSpPr>
          <p:spPr>
            <a:xfrm>
              <a:off x="4109725" y="187625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1" y="1"/>
                  </a:moveTo>
                  <a:lnTo>
                    <a:pt x="1" y="2263"/>
                  </a:lnTo>
                  <a:lnTo>
                    <a:pt x="2263" y="2263"/>
                  </a:lnTo>
                  <a:lnTo>
                    <a:pt x="22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26"/>
            <p:cNvSpPr/>
            <p:nvPr/>
          </p:nvSpPr>
          <p:spPr>
            <a:xfrm>
              <a:off x="4052875" y="1933100"/>
              <a:ext cx="283700" cy="56575"/>
            </a:xfrm>
            <a:custGeom>
              <a:rect b="b" l="l" r="r" t="t"/>
              <a:pathLst>
                <a:path extrusionOk="0" h="2263" w="11348">
                  <a:moveTo>
                    <a:pt x="1" y="1"/>
                  </a:moveTo>
                  <a:lnTo>
                    <a:pt x="1" y="2263"/>
                  </a:lnTo>
                  <a:lnTo>
                    <a:pt x="11347" y="2263"/>
                  </a:lnTo>
                  <a:lnTo>
                    <a:pt x="113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26"/>
            <p:cNvSpPr/>
            <p:nvPr/>
          </p:nvSpPr>
          <p:spPr>
            <a:xfrm>
              <a:off x="4279975" y="2160225"/>
              <a:ext cx="283400" cy="56575"/>
            </a:xfrm>
            <a:custGeom>
              <a:rect b="b" l="l" r="r" t="t"/>
              <a:pathLst>
                <a:path extrusionOk="0" h="2263" w="11336">
                  <a:moveTo>
                    <a:pt x="1" y="0"/>
                  </a:moveTo>
                  <a:lnTo>
                    <a:pt x="1" y="2262"/>
                  </a:lnTo>
                  <a:lnTo>
                    <a:pt x="11336" y="2262"/>
                  </a:lnTo>
                  <a:lnTo>
                    <a:pt x="113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26"/>
            <p:cNvSpPr/>
            <p:nvPr/>
          </p:nvSpPr>
          <p:spPr>
            <a:xfrm>
              <a:off x="4280275" y="1989350"/>
              <a:ext cx="56600" cy="227150"/>
            </a:xfrm>
            <a:custGeom>
              <a:rect b="b" l="l" r="r" t="t"/>
              <a:pathLst>
                <a:path extrusionOk="0" h="9086" w="2264">
                  <a:moveTo>
                    <a:pt x="1" y="1"/>
                  </a:moveTo>
                  <a:lnTo>
                    <a:pt x="1" y="9085"/>
                  </a:lnTo>
                  <a:lnTo>
                    <a:pt x="2263" y="9085"/>
                  </a:lnTo>
                  <a:lnTo>
                    <a:pt x="22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26"/>
            <p:cNvSpPr/>
            <p:nvPr/>
          </p:nvSpPr>
          <p:spPr>
            <a:xfrm>
              <a:off x="4450250" y="164945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0" y="0"/>
                  </a:moveTo>
                  <a:lnTo>
                    <a:pt x="0" y="2262"/>
                  </a:lnTo>
                  <a:lnTo>
                    <a:pt x="2263" y="2262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26"/>
            <p:cNvSpPr/>
            <p:nvPr/>
          </p:nvSpPr>
          <p:spPr>
            <a:xfrm>
              <a:off x="4507100" y="170630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0" y="0"/>
                  </a:moveTo>
                  <a:lnTo>
                    <a:pt x="0" y="2262"/>
                  </a:lnTo>
                  <a:lnTo>
                    <a:pt x="2263" y="2262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26"/>
            <p:cNvSpPr/>
            <p:nvPr/>
          </p:nvSpPr>
          <p:spPr>
            <a:xfrm>
              <a:off x="4563650" y="176285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1" y="0"/>
                  </a:moveTo>
                  <a:lnTo>
                    <a:pt x="1" y="2263"/>
                  </a:lnTo>
                  <a:lnTo>
                    <a:pt x="2263" y="2263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26"/>
            <p:cNvSpPr/>
            <p:nvPr/>
          </p:nvSpPr>
          <p:spPr>
            <a:xfrm>
              <a:off x="4620200" y="181970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1" y="0"/>
                  </a:moveTo>
                  <a:lnTo>
                    <a:pt x="1" y="2263"/>
                  </a:lnTo>
                  <a:lnTo>
                    <a:pt x="2263" y="2263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26"/>
            <p:cNvSpPr/>
            <p:nvPr/>
          </p:nvSpPr>
          <p:spPr>
            <a:xfrm>
              <a:off x="4677050" y="1876250"/>
              <a:ext cx="56600" cy="56575"/>
            </a:xfrm>
            <a:custGeom>
              <a:rect b="b" l="l" r="r" t="t"/>
              <a:pathLst>
                <a:path extrusionOk="0" h="2263" w="2264">
                  <a:moveTo>
                    <a:pt x="1" y="1"/>
                  </a:moveTo>
                  <a:lnTo>
                    <a:pt x="1" y="2263"/>
                  </a:lnTo>
                  <a:lnTo>
                    <a:pt x="2263" y="2263"/>
                  </a:lnTo>
                  <a:lnTo>
                    <a:pt x="22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26"/>
            <p:cNvSpPr/>
            <p:nvPr/>
          </p:nvSpPr>
          <p:spPr>
            <a:xfrm>
              <a:off x="4506800" y="1933100"/>
              <a:ext cx="283400" cy="56575"/>
            </a:xfrm>
            <a:custGeom>
              <a:rect b="b" l="l" r="r" t="t"/>
              <a:pathLst>
                <a:path extrusionOk="0" h="2263" w="11336">
                  <a:moveTo>
                    <a:pt x="1" y="1"/>
                  </a:moveTo>
                  <a:lnTo>
                    <a:pt x="1" y="2263"/>
                  </a:lnTo>
                  <a:lnTo>
                    <a:pt x="11335" y="2263"/>
                  </a:lnTo>
                  <a:lnTo>
                    <a:pt x="1133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26"/>
            <p:cNvSpPr/>
            <p:nvPr/>
          </p:nvSpPr>
          <p:spPr>
            <a:xfrm>
              <a:off x="4507100" y="1989650"/>
              <a:ext cx="56575" cy="227150"/>
            </a:xfrm>
            <a:custGeom>
              <a:rect b="b" l="l" r="r" t="t"/>
              <a:pathLst>
                <a:path extrusionOk="0" h="9086" w="2263">
                  <a:moveTo>
                    <a:pt x="0" y="1"/>
                  </a:moveTo>
                  <a:lnTo>
                    <a:pt x="0" y="9085"/>
                  </a:lnTo>
                  <a:lnTo>
                    <a:pt x="2263" y="9085"/>
                  </a:lnTo>
                  <a:lnTo>
                    <a:pt x="22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1" name="Google Shape;591;p26"/>
          <p:cNvSpPr/>
          <p:nvPr/>
        </p:nvSpPr>
        <p:spPr>
          <a:xfrm>
            <a:off x="403475" y="888449"/>
            <a:ext cx="609257" cy="554057"/>
          </a:xfrm>
          <a:custGeom>
            <a:rect b="b" l="l" r="r" t="t"/>
            <a:pathLst>
              <a:path extrusionOk="0" h="42538" w="46767">
                <a:moveTo>
                  <a:pt x="8494" y="1"/>
                </a:moveTo>
                <a:lnTo>
                  <a:pt x="8494" y="4247"/>
                </a:lnTo>
                <a:lnTo>
                  <a:pt x="4230" y="4247"/>
                </a:lnTo>
                <a:lnTo>
                  <a:pt x="4230" y="8512"/>
                </a:lnTo>
                <a:lnTo>
                  <a:pt x="1" y="8512"/>
                </a:lnTo>
                <a:lnTo>
                  <a:pt x="1" y="12758"/>
                </a:lnTo>
                <a:lnTo>
                  <a:pt x="1" y="17022"/>
                </a:lnTo>
                <a:lnTo>
                  <a:pt x="1" y="21269"/>
                </a:lnTo>
                <a:lnTo>
                  <a:pt x="4230" y="21269"/>
                </a:lnTo>
                <a:lnTo>
                  <a:pt x="4230" y="25516"/>
                </a:lnTo>
                <a:lnTo>
                  <a:pt x="8494" y="25516"/>
                </a:lnTo>
                <a:lnTo>
                  <a:pt x="8494" y="29780"/>
                </a:lnTo>
                <a:lnTo>
                  <a:pt x="12758" y="29780"/>
                </a:lnTo>
                <a:lnTo>
                  <a:pt x="12758" y="34027"/>
                </a:lnTo>
                <a:lnTo>
                  <a:pt x="16987" y="34027"/>
                </a:lnTo>
                <a:lnTo>
                  <a:pt x="16987" y="38273"/>
                </a:lnTo>
                <a:lnTo>
                  <a:pt x="21252" y="38273"/>
                </a:lnTo>
                <a:lnTo>
                  <a:pt x="21252" y="42537"/>
                </a:lnTo>
                <a:lnTo>
                  <a:pt x="25516" y="42537"/>
                </a:lnTo>
                <a:lnTo>
                  <a:pt x="25516" y="38273"/>
                </a:lnTo>
                <a:lnTo>
                  <a:pt x="29745" y="38273"/>
                </a:lnTo>
                <a:lnTo>
                  <a:pt x="29745" y="34027"/>
                </a:lnTo>
                <a:lnTo>
                  <a:pt x="34009" y="34027"/>
                </a:lnTo>
                <a:lnTo>
                  <a:pt x="34009" y="29780"/>
                </a:lnTo>
                <a:lnTo>
                  <a:pt x="38273" y="29780"/>
                </a:lnTo>
                <a:lnTo>
                  <a:pt x="38273" y="25516"/>
                </a:lnTo>
                <a:lnTo>
                  <a:pt x="42520" y="25516"/>
                </a:lnTo>
                <a:lnTo>
                  <a:pt x="42520" y="21269"/>
                </a:lnTo>
                <a:lnTo>
                  <a:pt x="46767" y="21269"/>
                </a:lnTo>
                <a:lnTo>
                  <a:pt x="46767" y="17022"/>
                </a:lnTo>
                <a:lnTo>
                  <a:pt x="46767" y="12758"/>
                </a:lnTo>
                <a:lnTo>
                  <a:pt x="46767" y="8512"/>
                </a:lnTo>
                <a:lnTo>
                  <a:pt x="42520" y="8512"/>
                </a:lnTo>
                <a:lnTo>
                  <a:pt x="42520" y="4247"/>
                </a:lnTo>
                <a:lnTo>
                  <a:pt x="38273" y="4247"/>
                </a:lnTo>
                <a:lnTo>
                  <a:pt x="38273" y="1"/>
                </a:lnTo>
                <a:lnTo>
                  <a:pt x="29745" y="1"/>
                </a:lnTo>
                <a:lnTo>
                  <a:pt x="29745" y="4247"/>
                </a:lnTo>
                <a:lnTo>
                  <a:pt x="25516" y="4247"/>
                </a:lnTo>
                <a:lnTo>
                  <a:pt x="25516" y="8512"/>
                </a:lnTo>
                <a:lnTo>
                  <a:pt x="21252" y="8512"/>
                </a:lnTo>
                <a:lnTo>
                  <a:pt x="21252" y="4247"/>
                </a:lnTo>
                <a:lnTo>
                  <a:pt x="16987" y="4247"/>
                </a:lnTo>
                <a:lnTo>
                  <a:pt x="1698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13"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" name="Google Shape;593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4" name="Google Shape;594;p27"/>
          <p:cNvPicPr preferRelativeResize="0"/>
          <p:nvPr/>
        </p:nvPicPr>
        <p:blipFill>
          <a:blip r:embed="rId3">
            <a:alphaModFix amt="52999"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5" name="Google Shape;595;p27"/>
          <p:cNvGrpSpPr/>
          <p:nvPr/>
        </p:nvGrpSpPr>
        <p:grpSpPr>
          <a:xfrm>
            <a:off x="627350" y="-375"/>
            <a:ext cx="238275" cy="1523704"/>
            <a:chOff x="474950" y="-375"/>
            <a:chExt cx="238275" cy="940500"/>
          </a:xfrm>
        </p:grpSpPr>
        <p:cxnSp>
          <p:nvCxnSpPr>
            <p:cNvPr id="596" name="Google Shape;596;p27"/>
            <p:cNvCxnSpPr/>
            <p:nvPr/>
          </p:nvCxnSpPr>
          <p:spPr>
            <a:xfrm>
              <a:off x="474950" y="-375"/>
              <a:ext cx="0" cy="9405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7" name="Google Shape;597;p27"/>
            <p:cNvCxnSpPr/>
            <p:nvPr/>
          </p:nvCxnSpPr>
          <p:spPr>
            <a:xfrm>
              <a:off x="713225" y="-375"/>
              <a:ext cx="0" cy="40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598" name="Google Shape;598;p27"/>
          <p:cNvCxnSpPr/>
          <p:nvPr/>
        </p:nvCxnSpPr>
        <p:spPr>
          <a:xfrm>
            <a:off x="7790475" y="-375"/>
            <a:ext cx="0" cy="812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99" name="Google Shape;599;p27"/>
          <p:cNvGrpSpPr/>
          <p:nvPr/>
        </p:nvGrpSpPr>
        <p:grpSpPr>
          <a:xfrm>
            <a:off x="7464599" y="926493"/>
            <a:ext cx="651756" cy="651514"/>
            <a:chOff x="2814625" y="1652725"/>
            <a:chExt cx="2428300" cy="2427400"/>
          </a:xfrm>
        </p:grpSpPr>
        <p:sp>
          <p:nvSpPr>
            <p:cNvPr id="600" name="Google Shape;600;p27"/>
            <p:cNvSpPr/>
            <p:nvPr/>
          </p:nvSpPr>
          <p:spPr>
            <a:xfrm>
              <a:off x="3161400" y="1995900"/>
              <a:ext cx="173550" cy="173575"/>
            </a:xfrm>
            <a:custGeom>
              <a:rect b="b" l="l" r="r" t="t"/>
              <a:pathLst>
                <a:path extrusionOk="0" h="6943" w="6942">
                  <a:moveTo>
                    <a:pt x="0" y="1"/>
                  </a:moveTo>
                  <a:lnTo>
                    <a:pt x="0" y="6942"/>
                  </a:lnTo>
                  <a:lnTo>
                    <a:pt x="6942" y="6942"/>
                  </a:lnTo>
                  <a:lnTo>
                    <a:pt x="694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27"/>
            <p:cNvSpPr/>
            <p:nvPr/>
          </p:nvSpPr>
          <p:spPr>
            <a:xfrm>
              <a:off x="2988150" y="2169450"/>
              <a:ext cx="173275" cy="346800"/>
            </a:xfrm>
            <a:custGeom>
              <a:rect b="b" l="l" r="r" t="t"/>
              <a:pathLst>
                <a:path extrusionOk="0" h="13872" w="6931">
                  <a:moveTo>
                    <a:pt x="1" y="0"/>
                  </a:moveTo>
                  <a:lnTo>
                    <a:pt x="1" y="6930"/>
                  </a:lnTo>
                  <a:lnTo>
                    <a:pt x="1" y="13871"/>
                  </a:lnTo>
                  <a:lnTo>
                    <a:pt x="6930" y="13871"/>
                  </a:lnTo>
                  <a:lnTo>
                    <a:pt x="6930" y="6930"/>
                  </a:lnTo>
                  <a:lnTo>
                    <a:pt x="693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27"/>
            <p:cNvSpPr/>
            <p:nvPr/>
          </p:nvSpPr>
          <p:spPr>
            <a:xfrm>
              <a:off x="3616500" y="2175100"/>
              <a:ext cx="173875" cy="520325"/>
            </a:xfrm>
            <a:custGeom>
              <a:rect b="b" l="l" r="r" t="t"/>
              <a:pathLst>
                <a:path extrusionOk="0" h="20813" w="6955">
                  <a:moveTo>
                    <a:pt x="1" y="0"/>
                  </a:moveTo>
                  <a:lnTo>
                    <a:pt x="1" y="6942"/>
                  </a:lnTo>
                  <a:lnTo>
                    <a:pt x="1" y="13883"/>
                  </a:lnTo>
                  <a:lnTo>
                    <a:pt x="1" y="20813"/>
                  </a:lnTo>
                  <a:lnTo>
                    <a:pt x="6954" y="20813"/>
                  </a:lnTo>
                  <a:lnTo>
                    <a:pt x="6954" y="13883"/>
                  </a:lnTo>
                  <a:lnTo>
                    <a:pt x="6954" y="6942"/>
                  </a:lnTo>
                  <a:lnTo>
                    <a:pt x="695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27"/>
            <p:cNvSpPr/>
            <p:nvPr/>
          </p:nvSpPr>
          <p:spPr>
            <a:xfrm>
              <a:off x="4230875" y="2175100"/>
              <a:ext cx="173250" cy="520325"/>
            </a:xfrm>
            <a:custGeom>
              <a:rect b="b" l="l" r="r" t="t"/>
              <a:pathLst>
                <a:path extrusionOk="0" h="20813" w="6930">
                  <a:moveTo>
                    <a:pt x="0" y="0"/>
                  </a:moveTo>
                  <a:lnTo>
                    <a:pt x="0" y="6942"/>
                  </a:lnTo>
                  <a:lnTo>
                    <a:pt x="0" y="13883"/>
                  </a:lnTo>
                  <a:lnTo>
                    <a:pt x="0" y="20813"/>
                  </a:lnTo>
                  <a:lnTo>
                    <a:pt x="6930" y="20813"/>
                  </a:lnTo>
                  <a:lnTo>
                    <a:pt x="6930" y="13883"/>
                  </a:lnTo>
                  <a:lnTo>
                    <a:pt x="6930" y="6942"/>
                  </a:lnTo>
                  <a:lnTo>
                    <a:pt x="693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27"/>
            <p:cNvSpPr/>
            <p:nvPr/>
          </p:nvSpPr>
          <p:spPr>
            <a:xfrm>
              <a:off x="2814625" y="2519200"/>
              <a:ext cx="346800" cy="1040625"/>
            </a:xfrm>
            <a:custGeom>
              <a:rect b="b" l="l" r="r" t="t"/>
              <a:pathLst>
                <a:path extrusionOk="0" h="41625" w="13872">
                  <a:moveTo>
                    <a:pt x="1" y="0"/>
                  </a:moveTo>
                  <a:lnTo>
                    <a:pt x="1" y="6930"/>
                  </a:lnTo>
                  <a:lnTo>
                    <a:pt x="1" y="13871"/>
                  </a:lnTo>
                  <a:lnTo>
                    <a:pt x="1" y="20800"/>
                  </a:lnTo>
                  <a:lnTo>
                    <a:pt x="1" y="27742"/>
                  </a:lnTo>
                  <a:lnTo>
                    <a:pt x="6942" y="27742"/>
                  </a:lnTo>
                  <a:lnTo>
                    <a:pt x="6942" y="20800"/>
                  </a:lnTo>
                  <a:lnTo>
                    <a:pt x="6942" y="13871"/>
                  </a:lnTo>
                  <a:lnTo>
                    <a:pt x="6942" y="6930"/>
                  </a:lnTo>
                  <a:lnTo>
                    <a:pt x="6942" y="0"/>
                  </a:lnTo>
                  <a:close/>
                  <a:moveTo>
                    <a:pt x="6942" y="27742"/>
                  </a:moveTo>
                  <a:lnTo>
                    <a:pt x="6942" y="34671"/>
                  </a:lnTo>
                  <a:lnTo>
                    <a:pt x="6942" y="41624"/>
                  </a:lnTo>
                  <a:lnTo>
                    <a:pt x="13871" y="41624"/>
                  </a:lnTo>
                  <a:lnTo>
                    <a:pt x="13871" y="34671"/>
                  </a:lnTo>
                  <a:lnTo>
                    <a:pt x="13871" y="2774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27"/>
            <p:cNvSpPr/>
            <p:nvPr/>
          </p:nvSpPr>
          <p:spPr>
            <a:xfrm>
              <a:off x="3161400" y="3559800"/>
              <a:ext cx="173550" cy="173550"/>
            </a:xfrm>
            <a:custGeom>
              <a:rect b="b" l="l" r="r" t="t"/>
              <a:pathLst>
                <a:path extrusionOk="0" h="6942" w="6942">
                  <a:moveTo>
                    <a:pt x="0" y="0"/>
                  </a:moveTo>
                  <a:lnTo>
                    <a:pt x="0" y="6942"/>
                  </a:lnTo>
                  <a:lnTo>
                    <a:pt x="6942" y="6942"/>
                  </a:lnTo>
                  <a:lnTo>
                    <a:pt x="69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27"/>
            <p:cNvSpPr/>
            <p:nvPr/>
          </p:nvSpPr>
          <p:spPr>
            <a:xfrm>
              <a:off x="3334925" y="3733325"/>
              <a:ext cx="347100" cy="173250"/>
            </a:xfrm>
            <a:custGeom>
              <a:rect b="b" l="l" r="r" t="t"/>
              <a:pathLst>
                <a:path extrusionOk="0" h="6930" w="13884">
                  <a:moveTo>
                    <a:pt x="1" y="1"/>
                  </a:moveTo>
                  <a:lnTo>
                    <a:pt x="1" y="6930"/>
                  </a:lnTo>
                  <a:lnTo>
                    <a:pt x="13883" y="6930"/>
                  </a:lnTo>
                  <a:lnTo>
                    <a:pt x="138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27"/>
            <p:cNvSpPr/>
            <p:nvPr/>
          </p:nvSpPr>
          <p:spPr>
            <a:xfrm>
              <a:off x="4375525" y="3733325"/>
              <a:ext cx="346800" cy="173250"/>
            </a:xfrm>
            <a:custGeom>
              <a:rect b="b" l="l" r="r" t="t"/>
              <a:pathLst>
                <a:path extrusionOk="0" h="6930" w="13872">
                  <a:moveTo>
                    <a:pt x="1" y="1"/>
                  </a:moveTo>
                  <a:lnTo>
                    <a:pt x="1" y="6930"/>
                  </a:lnTo>
                  <a:lnTo>
                    <a:pt x="13872" y="6930"/>
                  </a:lnTo>
                  <a:lnTo>
                    <a:pt x="1387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27"/>
            <p:cNvSpPr/>
            <p:nvPr/>
          </p:nvSpPr>
          <p:spPr>
            <a:xfrm>
              <a:off x="4722300" y="3559800"/>
              <a:ext cx="173275" cy="173550"/>
            </a:xfrm>
            <a:custGeom>
              <a:rect b="b" l="l" r="r" t="t"/>
              <a:pathLst>
                <a:path extrusionOk="0" h="6942" w="6931">
                  <a:moveTo>
                    <a:pt x="1" y="0"/>
                  </a:moveTo>
                  <a:lnTo>
                    <a:pt x="1" y="6942"/>
                  </a:lnTo>
                  <a:lnTo>
                    <a:pt x="6930" y="6942"/>
                  </a:lnTo>
                  <a:lnTo>
                    <a:pt x="693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27"/>
            <p:cNvSpPr/>
            <p:nvPr/>
          </p:nvSpPr>
          <p:spPr>
            <a:xfrm>
              <a:off x="4895850" y="3212725"/>
              <a:ext cx="173550" cy="347100"/>
            </a:xfrm>
            <a:custGeom>
              <a:rect b="b" l="l" r="r" t="t"/>
              <a:pathLst>
                <a:path extrusionOk="0" h="13884" w="6942">
                  <a:moveTo>
                    <a:pt x="0" y="1"/>
                  </a:moveTo>
                  <a:lnTo>
                    <a:pt x="0" y="6954"/>
                  </a:lnTo>
                  <a:lnTo>
                    <a:pt x="0" y="13883"/>
                  </a:lnTo>
                  <a:lnTo>
                    <a:pt x="6941" y="13883"/>
                  </a:lnTo>
                  <a:lnTo>
                    <a:pt x="6941" y="6954"/>
                  </a:lnTo>
                  <a:lnTo>
                    <a:pt x="694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27"/>
            <p:cNvSpPr/>
            <p:nvPr/>
          </p:nvSpPr>
          <p:spPr>
            <a:xfrm>
              <a:off x="5069375" y="2519200"/>
              <a:ext cx="173550" cy="693550"/>
            </a:xfrm>
            <a:custGeom>
              <a:rect b="b" l="l" r="r" t="t"/>
              <a:pathLst>
                <a:path extrusionOk="0" h="27742" w="6942">
                  <a:moveTo>
                    <a:pt x="0" y="0"/>
                  </a:moveTo>
                  <a:lnTo>
                    <a:pt x="0" y="6930"/>
                  </a:lnTo>
                  <a:lnTo>
                    <a:pt x="0" y="13871"/>
                  </a:lnTo>
                  <a:lnTo>
                    <a:pt x="0" y="20800"/>
                  </a:lnTo>
                  <a:lnTo>
                    <a:pt x="0" y="27742"/>
                  </a:lnTo>
                  <a:lnTo>
                    <a:pt x="6942" y="27742"/>
                  </a:lnTo>
                  <a:lnTo>
                    <a:pt x="6942" y="20800"/>
                  </a:lnTo>
                  <a:lnTo>
                    <a:pt x="6942" y="13871"/>
                  </a:lnTo>
                  <a:lnTo>
                    <a:pt x="6942" y="6930"/>
                  </a:lnTo>
                  <a:lnTo>
                    <a:pt x="69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27"/>
            <p:cNvSpPr/>
            <p:nvPr/>
          </p:nvSpPr>
          <p:spPr>
            <a:xfrm>
              <a:off x="4895850" y="2172425"/>
              <a:ext cx="173550" cy="346800"/>
            </a:xfrm>
            <a:custGeom>
              <a:rect b="b" l="l" r="r" t="t"/>
              <a:pathLst>
                <a:path extrusionOk="0" h="13872" w="6942">
                  <a:moveTo>
                    <a:pt x="0" y="0"/>
                  </a:moveTo>
                  <a:lnTo>
                    <a:pt x="0" y="6930"/>
                  </a:lnTo>
                  <a:lnTo>
                    <a:pt x="0" y="13871"/>
                  </a:lnTo>
                  <a:lnTo>
                    <a:pt x="6941" y="13871"/>
                  </a:lnTo>
                  <a:lnTo>
                    <a:pt x="6941" y="6930"/>
                  </a:lnTo>
                  <a:lnTo>
                    <a:pt x="69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27"/>
            <p:cNvSpPr/>
            <p:nvPr/>
          </p:nvSpPr>
          <p:spPr>
            <a:xfrm>
              <a:off x="4722300" y="1998875"/>
              <a:ext cx="173275" cy="173575"/>
            </a:xfrm>
            <a:custGeom>
              <a:rect b="b" l="l" r="r" t="t"/>
              <a:pathLst>
                <a:path extrusionOk="0" h="6943" w="6931">
                  <a:moveTo>
                    <a:pt x="1" y="1"/>
                  </a:moveTo>
                  <a:lnTo>
                    <a:pt x="1" y="6942"/>
                  </a:lnTo>
                  <a:lnTo>
                    <a:pt x="6930" y="6942"/>
                  </a:lnTo>
                  <a:lnTo>
                    <a:pt x="693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27"/>
            <p:cNvSpPr/>
            <p:nvPr/>
          </p:nvSpPr>
          <p:spPr>
            <a:xfrm>
              <a:off x="3334925" y="1652725"/>
              <a:ext cx="1387400" cy="346175"/>
            </a:xfrm>
            <a:custGeom>
              <a:rect b="b" l="l" r="r" t="t"/>
              <a:pathLst>
                <a:path extrusionOk="0" h="13847" w="55496">
                  <a:moveTo>
                    <a:pt x="6954" y="0"/>
                  </a:moveTo>
                  <a:lnTo>
                    <a:pt x="6954" y="6799"/>
                  </a:lnTo>
                  <a:lnTo>
                    <a:pt x="1" y="6799"/>
                  </a:lnTo>
                  <a:lnTo>
                    <a:pt x="1" y="13728"/>
                  </a:lnTo>
                  <a:lnTo>
                    <a:pt x="6954" y="13728"/>
                  </a:lnTo>
                  <a:lnTo>
                    <a:pt x="6954" y="6929"/>
                  </a:lnTo>
                  <a:lnTo>
                    <a:pt x="48554" y="6929"/>
                  </a:lnTo>
                  <a:lnTo>
                    <a:pt x="48554" y="13847"/>
                  </a:lnTo>
                  <a:lnTo>
                    <a:pt x="55496" y="13847"/>
                  </a:lnTo>
                  <a:lnTo>
                    <a:pt x="55496" y="6918"/>
                  </a:lnTo>
                  <a:lnTo>
                    <a:pt x="48554" y="6918"/>
                  </a:lnTo>
                  <a:lnTo>
                    <a:pt x="4855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27"/>
            <p:cNvSpPr/>
            <p:nvPr/>
          </p:nvSpPr>
          <p:spPr>
            <a:xfrm>
              <a:off x="3682000" y="3906550"/>
              <a:ext cx="693550" cy="173575"/>
            </a:xfrm>
            <a:custGeom>
              <a:rect b="b" l="l" r="r" t="t"/>
              <a:pathLst>
                <a:path extrusionOk="0" h="6943" w="27742">
                  <a:moveTo>
                    <a:pt x="0" y="1"/>
                  </a:moveTo>
                  <a:lnTo>
                    <a:pt x="0" y="6942"/>
                  </a:lnTo>
                  <a:lnTo>
                    <a:pt x="27742" y="6942"/>
                  </a:lnTo>
                  <a:lnTo>
                    <a:pt x="2774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27"/>
            <p:cNvSpPr/>
            <p:nvPr/>
          </p:nvSpPr>
          <p:spPr>
            <a:xfrm>
              <a:off x="3682000" y="3186225"/>
              <a:ext cx="693550" cy="173575"/>
            </a:xfrm>
            <a:custGeom>
              <a:rect b="b" l="l" r="r" t="t"/>
              <a:pathLst>
                <a:path extrusionOk="0" h="6943" w="27742">
                  <a:moveTo>
                    <a:pt x="0" y="1"/>
                  </a:moveTo>
                  <a:lnTo>
                    <a:pt x="0" y="6942"/>
                  </a:lnTo>
                  <a:lnTo>
                    <a:pt x="27742" y="6942"/>
                  </a:lnTo>
                  <a:lnTo>
                    <a:pt x="2774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27"/>
            <p:cNvSpPr/>
            <p:nvPr/>
          </p:nvSpPr>
          <p:spPr>
            <a:xfrm>
              <a:off x="4375525" y="3013000"/>
              <a:ext cx="173275" cy="173250"/>
            </a:xfrm>
            <a:custGeom>
              <a:rect b="b" l="l" r="r" t="t"/>
              <a:pathLst>
                <a:path extrusionOk="0" h="6930" w="6931">
                  <a:moveTo>
                    <a:pt x="1" y="1"/>
                  </a:moveTo>
                  <a:lnTo>
                    <a:pt x="1" y="6930"/>
                  </a:lnTo>
                  <a:lnTo>
                    <a:pt x="6930" y="6930"/>
                  </a:lnTo>
                  <a:lnTo>
                    <a:pt x="693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27"/>
            <p:cNvSpPr/>
            <p:nvPr/>
          </p:nvSpPr>
          <p:spPr>
            <a:xfrm>
              <a:off x="3508750" y="3013000"/>
              <a:ext cx="173275" cy="173250"/>
            </a:xfrm>
            <a:custGeom>
              <a:rect b="b" l="l" r="r" t="t"/>
              <a:pathLst>
                <a:path extrusionOk="0" h="6930" w="6931">
                  <a:moveTo>
                    <a:pt x="1" y="1"/>
                  </a:moveTo>
                  <a:lnTo>
                    <a:pt x="1" y="6930"/>
                  </a:lnTo>
                  <a:lnTo>
                    <a:pt x="6930" y="6930"/>
                  </a:lnTo>
                  <a:lnTo>
                    <a:pt x="693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8" name="Google Shape;618;p27"/>
          <p:cNvGrpSpPr/>
          <p:nvPr/>
        </p:nvGrpSpPr>
        <p:grpSpPr>
          <a:xfrm>
            <a:off x="789414" y="806295"/>
            <a:ext cx="369304" cy="554077"/>
            <a:chOff x="3119125" y="3168075"/>
            <a:chExt cx="419425" cy="629275"/>
          </a:xfrm>
        </p:grpSpPr>
        <p:sp>
          <p:nvSpPr>
            <p:cNvPr id="619" name="Google Shape;619;p27"/>
            <p:cNvSpPr/>
            <p:nvPr/>
          </p:nvSpPr>
          <p:spPr>
            <a:xfrm>
              <a:off x="3119125" y="3168075"/>
              <a:ext cx="419425" cy="629275"/>
            </a:xfrm>
            <a:custGeom>
              <a:rect b="b" l="l" r="r" t="t"/>
              <a:pathLst>
                <a:path extrusionOk="0" h="25171" w="16777">
                  <a:moveTo>
                    <a:pt x="2799" y="1"/>
                  </a:moveTo>
                  <a:lnTo>
                    <a:pt x="2799" y="2799"/>
                  </a:lnTo>
                  <a:lnTo>
                    <a:pt x="1" y="2799"/>
                  </a:lnTo>
                  <a:lnTo>
                    <a:pt x="1" y="22372"/>
                  </a:lnTo>
                  <a:lnTo>
                    <a:pt x="2799" y="22372"/>
                  </a:lnTo>
                  <a:lnTo>
                    <a:pt x="2799" y="25170"/>
                  </a:lnTo>
                  <a:lnTo>
                    <a:pt x="5597" y="25170"/>
                  </a:lnTo>
                  <a:lnTo>
                    <a:pt x="5597" y="22372"/>
                  </a:lnTo>
                  <a:lnTo>
                    <a:pt x="8395" y="22372"/>
                  </a:lnTo>
                  <a:lnTo>
                    <a:pt x="8395" y="19574"/>
                  </a:lnTo>
                  <a:lnTo>
                    <a:pt x="11181" y="19574"/>
                  </a:lnTo>
                  <a:lnTo>
                    <a:pt x="11181" y="16777"/>
                  </a:lnTo>
                  <a:lnTo>
                    <a:pt x="13979" y="16777"/>
                  </a:lnTo>
                  <a:lnTo>
                    <a:pt x="13979" y="13979"/>
                  </a:lnTo>
                  <a:lnTo>
                    <a:pt x="16777" y="13979"/>
                  </a:lnTo>
                  <a:lnTo>
                    <a:pt x="16777" y="11193"/>
                  </a:lnTo>
                  <a:lnTo>
                    <a:pt x="13979" y="11193"/>
                  </a:lnTo>
                  <a:lnTo>
                    <a:pt x="13979" y="8395"/>
                  </a:lnTo>
                  <a:lnTo>
                    <a:pt x="11181" y="8395"/>
                  </a:lnTo>
                  <a:lnTo>
                    <a:pt x="11181" y="5597"/>
                  </a:lnTo>
                  <a:lnTo>
                    <a:pt x="8395" y="5597"/>
                  </a:lnTo>
                  <a:lnTo>
                    <a:pt x="8395" y="2799"/>
                  </a:lnTo>
                  <a:lnTo>
                    <a:pt x="5597" y="2799"/>
                  </a:lnTo>
                  <a:lnTo>
                    <a:pt x="559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27"/>
            <p:cNvSpPr/>
            <p:nvPr/>
          </p:nvSpPr>
          <p:spPr>
            <a:xfrm>
              <a:off x="3468575" y="34478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8"/>
                  </a:lnTo>
                  <a:lnTo>
                    <a:pt x="2799" y="2798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27"/>
            <p:cNvSpPr/>
            <p:nvPr/>
          </p:nvSpPr>
          <p:spPr>
            <a:xfrm>
              <a:off x="3398625" y="337792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9" y="2799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27"/>
            <p:cNvSpPr/>
            <p:nvPr/>
          </p:nvSpPr>
          <p:spPr>
            <a:xfrm>
              <a:off x="3398625" y="351722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9" y="2799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27"/>
            <p:cNvSpPr/>
            <p:nvPr/>
          </p:nvSpPr>
          <p:spPr>
            <a:xfrm>
              <a:off x="3328975" y="35871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8" y="2799"/>
                  </a:lnTo>
                  <a:lnTo>
                    <a:pt x="279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27"/>
            <p:cNvSpPr/>
            <p:nvPr/>
          </p:nvSpPr>
          <p:spPr>
            <a:xfrm>
              <a:off x="3259025" y="365742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0"/>
                  </a:moveTo>
                  <a:lnTo>
                    <a:pt x="1" y="2798"/>
                  </a:lnTo>
                  <a:lnTo>
                    <a:pt x="2799" y="2798"/>
                  </a:lnTo>
                  <a:lnTo>
                    <a:pt x="279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27"/>
            <p:cNvSpPr/>
            <p:nvPr/>
          </p:nvSpPr>
          <p:spPr>
            <a:xfrm>
              <a:off x="3328975" y="33079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8" y="2799"/>
                  </a:lnTo>
                  <a:lnTo>
                    <a:pt x="279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27"/>
            <p:cNvSpPr/>
            <p:nvPr/>
          </p:nvSpPr>
          <p:spPr>
            <a:xfrm>
              <a:off x="3259025" y="323802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9" y="2799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27"/>
            <p:cNvSpPr/>
            <p:nvPr/>
          </p:nvSpPr>
          <p:spPr>
            <a:xfrm>
              <a:off x="3189075" y="31680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9" y="2799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27"/>
            <p:cNvSpPr/>
            <p:nvPr/>
          </p:nvSpPr>
          <p:spPr>
            <a:xfrm>
              <a:off x="3189075" y="37273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0"/>
                  </a:moveTo>
                  <a:lnTo>
                    <a:pt x="1" y="2798"/>
                  </a:lnTo>
                  <a:lnTo>
                    <a:pt x="2799" y="2798"/>
                  </a:lnTo>
                  <a:lnTo>
                    <a:pt x="279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27"/>
            <p:cNvSpPr/>
            <p:nvPr/>
          </p:nvSpPr>
          <p:spPr>
            <a:xfrm>
              <a:off x="3119125" y="3238025"/>
              <a:ext cx="69975" cy="489375"/>
            </a:xfrm>
            <a:custGeom>
              <a:rect b="b" l="l" r="r" t="t"/>
              <a:pathLst>
                <a:path extrusionOk="0" h="19575" w="2799">
                  <a:moveTo>
                    <a:pt x="1" y="1"/>
                  </a:moveTo>
                  <a:lnTo>
                    <a:pt x="1" y="19574"/>
                  </a:lnTo>
                  <a:lnTo>
                    <a:pt x="2799" y="19574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30" name="Google Shape;630;p27"/>
          <p:cNvGrpSpPr/>
          <p:nvPr/>
        </p:nvGrpSpPr>
        <p:grpSpPr>
          <a:xfrm flipH="1" rot="10800000">
            <a:off x="409871" y="1638626"/>
            <a:ext cx="455742" cy="385444"/>
            <a:chOff x="4052875" y="1592600"/>
            <a:chExt cx="737925" cy="624200"/>
          </a:xfrm>
        </p:grpSpPr>
        <p:sp>
          <p:nvSpPr>
            <p:cNvPr id="631" name="Google Shape;631;p27"/>
            <p:cNvSpPr/>
            <p:nvPr/>
          </p:nvSpPr>
          <p:spPr>
            <a:xfrm>
              <a:off x="4052875" y="1592600"/>
              <a:ext cx="737925" cy="624200"/>
            </a:xfrm>
            <a:custGeom>
              <a:rect b="b" l="l" r="r" t="t"/>
              <a:pathLst>
                <a:path extrusionOk="0" h="24968" w="29517">
                  <a:moveTo>
                    <a:pt x="13621" y="0"/>
                  </a:moveTo>
                  <a:lnTo>
                    <a:pt x="13621" y="2262"/>
                  </a:lnTo>
                  <a:lnTo>
                    <a:pt x="11359" y="2262"/>
                  </a:lnTo>
                  <a:lnTo>
                    <a:pt x="11359" y="4548"/>
                  </a:lnTo>
                  <a:lnTo>
                    <a:pt x="9085" y="4548"/>
                  </a:lnTo>
                  <a:lnTo>
                    <a:pt x="9085" y="6810"/>
                  </a:lnTo>
                  <a:lnTo>
                    <a:pt x="6823" y="6810"/>
                  </a:lnTo>
                  <a:lnTo>
                    <a:pt x="6823" y="9061"/>
                  </a:lnTo>
                  <a:lnTo>
                    <a:pt x="4549" y="9061"/>
                  </a:lnTo>
                  <a:lnTo>
                    <a:pt x="4549" y="11347"/>
                  </a:lnTo>
                  <a:lnTo>
                    <a:pt x="2275" y="11347"/>
                  </a:lnTo>
                  <a:lnTo>
                    <a:pt x="2275" y="13609"/>
                  </a:lnTo>
                  <a:lnTo>
                    <a:pt x="1" y="13609"/>
                  </a:lnTo>
                  <a:lnTo>
                    <a:pt x="1" y="15883"/>
                  </a:lnTo>
                  <a:lnTo>
                    <a:pt x="9085" y="15883"/>
                  </a:lnTo>
                  <a:lnTo>
                    <a:pt x="9085" y="24967"/>
                  </a:lnTo>
                  <a:lnTo>
                    <a:pt x="20432" y="24967"/>
                  </a:lnTo>
                  <a:lnTo>
                    <a:pt x="20432" y="15883"/>
                  </a:lnTo>
                  <a:lnTo>
                    <a:pt x="29516" y="15883"/>
                  </a:lnTo>
                  <a:lnTo>
                    <a:pt x="29516" y="13609"/>
                  </a:lnTo>
                  <a:lnTo>
                    <a:pt x="27242" y="13609"/>
                  </a:lnTo>
                  <a:lnTo>
                    <a:pt x="27242" y="11347"/>
                  </a:lnTo>
                  <a:lnTo>
                    <a:pt x="24980" y="11347"/>
                  </a:lnTo>
                  <a:lnTo>
                    <a:pt x="24980" y="9061"/>
                  </a:lnTo>
                  <a:lnTo>
                    <a:pt x="22706" y="9061"/>
                  </a:lnTo>
                  <a:lnTo>
                    <a:pt x="22706" y="6810"/>
                  </a:lnTo>
                  <a:lnTo>
                    <a:pt x="20432" y="6810"/>
                  </a:lnTo>
                  <a:lnTo>
                    <a:pt x="20432" y="4548"/>
                  </a:lnTo>
                  <a:lnTo>
                    <a:pt x="18158" y="4548"/>
                  </a:lnTo>
                  <a:lnTo>
                    <a:pt x="18158" y="2262"/>
                  </a:lnTo>
                  <a:lnTo>
                    <a:pt x="15895" y="2262"/>
                  </a:lnTo>
                  <a:lnTo>
                    <a:pt x="1589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27"/>
            <p:cNvSpPr/>
            <p:nvPr/>
          </p:nvSpPr>
          <p:spPr>
            <a:xfrm>
              <a:off x="4336850" y="164945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0" y="0"/>
                  </a:moveTo>
                  <a:lnTo>
                    <a:pt x="0" y="2262"/>
                  </a:lnTo>
                  <a:lnTo>
                    <a:pt x="2262" y="2262"/>
                  </a:lnTo>
                  <a:lnTo>
                    <a:pt x="226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27"/>
            <p:cNvSpPr/>
            <p:nvPr/>
          </p:nvSpPr>
          <p:spPr>
            <a:xfrm>
              <a:off x="4393700" y="1592875"/>
              <a:ext cx="56575" cy="56600"/>
            </a:xfrm>
            <a:custGeom>
              <a:rect b="b" l="l" r="r" t="t"/>
              <a:pathLst>
                <a:path extrusionOk="0" h="2264" w="2263">
                  <a:moveTo>
                    <a:pt x="0" y="1"/>
                  </a:moveTo>
                  <a:lnTo>
                    <a:pt x="0" y="2263"/>
                  </a:lnTo>
                  <a:lnTo>
                    <a:pt x="2262" y="2263"/>
                  </a:lnTo>
                  <a:lnTo>
                    <a:pt x="226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27"/>
            <p:cNvSpPr/>
            <p:nvPr/>
          </p:nvSpPr>
          <p:spPr>
            <a:xfrm>
              <a:off x="4280275" y="1706300"/>
              <a:ext cx="56600" cy="56575"/>
            </a:xfrm>
            <a:custGeom>
              <a:rect b="b" l="l" r="r" t="t"/>
              <a:pathLst>
                <a:path extrusionOk="0" h="2263" w="2264">
                  <a:moveTo>
                    <a:pt x="1" y="0"/>
                  </a:moveTo>
                  <a:lnTo>
                    <a:pt x="1" y="2262"/>
                  </a:lnTo>
                  <a:lnTo>
                    <a:pt x="2263" y="2262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27"/>
            <p:cNvSpPr/>
            <p:nvPr/>
          </p:nvSpPr>
          <p:spPr>
            <a:xfrm>
              <a:off x="4223425" y="176285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1" y="0"/>
                  </a:moveTo>
                  <a:lnTo>
                    <a:pt x="1" y="2263"/>
                  </a:lnTo>
                  <a:lnTo>
                    <a:pt x="2263" y="2263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27"/>
            <p:cNvSpPr/>
            <p:nvPr/>
          </p:nvSpPr>
          <p:spPr>
            <a:xfrm>
              <a:off x="4166275" y="181970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1" y="0"/>
                  </a:moveTo>
                  <a:lnTo>
                    <a:pt x="1" y="2263"/>
                  </a:lnTo>
                  <a:lnTo>
                    <a:pt x="2263" y="2263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27"/>
            <p:cNvSpPr/>
            <p:nvPr/>
          </p:nvSpPr>
          <p:spPr>
            <a:xfrm>
              <a:off x="4109725" y="187625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1" y="1"/>
                  </a:moveTo>
                  <a:lnTo>
                    <a:pt x="1" y="2263"/>
                  </a:lnTo>
                  <a:lnTo>
                    <a:pt x="2263" y="2263"/>
                  </a:lnTo>
                  <a:lnTo>
                    <a:pt x="226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27"/>
            <p:cNvSpPr/>
            <p:nvPr/>
          </p:nvSpPr>
          <p:spPr>
            <a:xfrm>
              <a:off x="4052875" y="1933100"/>
              <a:ext cx="283700" cy="56575"/>
            </a:xfrm>
            <a:custGeom>
              <a:rect b="b" l="l" r="r" t="t"/>
              <a:pathLst>
                <a:path extrusionOk="0" h="2263" w="11348">
                  <a:moveTo>
                    <a:pt x="1" y="1"/>
                  </a:moveTo>
                  <a:lnTo>
                    <a:pt x="1" y="2263"/>
                  </a:lnTo>
                  <a:lnTo>
                    <a:pt x="11347" y="2263"/>
                  </a:lnTo>
                  <a:lnTo>
                    <a:pt x="1134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27"/>
            <p:cNvSpPr/>
            <p:nvPr/>
          </p:nvSpPr>
          <p:spPr>
            <a:xfrm>
              <a:off x="4279975" y="2160225"/>
              <a:ext cx="283400" cy="56575"/>
            </a:xfrm>
            <a:custGeom>
              <a:rect b="b" l="l" r="r" t="t"/>
              <a:pathLst>
                <a:path extrusionOk="0" h="2263" w="11336">
                  <a:moveTo>
                    <a:pt x="1" y="0"/>
                  </a:moveTo>
                  <a:lnTo>
                    <a:pt x="1" y="2262"/>
                  </a:lnTo>
                  <a:lnTo>
                    <a:pt x="11336" y="2262"/>
                  </a:lnTo>
                  <a:lnTo>
                    <a:pt x="1133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27"/>
            <p:cNvSpPr/>
            <p:nvPr/>
          </p:nvSpPr>
          <p:spPr>
            <a:xfrm>
              <a:off x="4280275" y="1989350"/>
              <a:ext cx="56600" cy="227150"/>
            </a:xfrm>
            <a:custGeom>
              <a:rect b="b" l="l" r="r" t="t"/>
              <a:pathLst>
                <a:path extrusionOk="0" h="9086" w="2264">
                  <a:moveTo>
                    <a:pt x="1" y="1"/>
                  </a:moveTo>
                  <a:lnTo>
                    <a:pt x="1" y="9085"/>
                  </a:lnTo>
                  <a:lnTo>
                    <a:pt x="2263" y="9085"/>
                  </a:lnTo>
                  <a:lnTo>
                    <a:pt x="226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27"/>
            <p:cNvSpPr/>
            <p:nvPr/>
          </p:nvSpPr>
          <p:spPr>
            <a:xfrm>
              <a:off x="4450250" y="164945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0" y="0"/>
                  </a:moveTo>
                  <a:lnTo>
                    <a:pt x="0" y="2262"/>
                  </a:lnTo>
                  <a:lnTo>
                    <a:pt x="2263" y="2262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27"/>
            <p:cNvSpPr/>
            <p:nvPr/>
          </p:nvSpPr>
          <p:spPr>
            <a:xfrm>
              <a:off x="4507100" y="170630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0" y="0"/>
                  </a:moveTo>
                  <a:lnTo>
                    <a:pt x="0" y="2262"/>
                  </a:lnTo>
                  <a:lnTo>
                    <a:pt x="2263" y="2262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27"/>
            <p:cNvSpPr/>
            <p:nvPr/>
          </p:nvSpPr>
          <p:spPr>
            <a:xfrm>
              <a:off x="4563650" y="176285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1" y="0"/>
                  </a:moveTo>
                  <a:lnTo>
                    <a:pt x="1" y="2263"/>
                  </a:lnTo>
                  <a:lnTo>
                    <a:pt x="2263" y="2263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27"/>
            <p:cNvSpPr/>
            <p:nvPr/>
          </p:nvSpPr>
          <p:spPr>
            <a:xfrm>
              <a:off x="4620200" y="181970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1" y="0"/>
                  </a:moveTo>
                  <a:lnTo>
                    <a:pt x="1" y="2263"/>
                  </a:lnTo>
                  <a:lnTo>
                    <a:pt x="2263" y="2263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27"/>
            <p:cNvSpPr/>
            <p:nvPr/>
          </p:nvSpPr>
          <p:spPr>
            <a:xfrm>
              <a:off x="4677050" y="1876250"/>
              <a:ext cx="56600" cy="56575"/>
            </a:xfrm>
            <a:custGeom>
              <a:rect b="b" l="l" r="r" t="t"/>
              <a:pathLst>
                <a:path extrusionOk="0" h="2263" w="2264">
                  <a:moveTo>
                    <a:pt x="1" y="1"/>
                  </a:moveTo>
                  <a:lnTo>
                    <a:pt x="1" y="2263"/>
                  </a:lnTo>
                  <a:lnTo>
                    <a:pt x="2263" y="2263"/>
                  </a:lnTo>
                  <a:lnTo>
                    <a:pt x="226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27"/>
            <p:cNvSpPr/>
            <p:nvPr/>
          </p:nvSpPr>
          <p:spPr>
            <a:xfrm>
              <a:off x="4506800" y="1933100"/>
              <a:ext cx="283400" cy="56575"/>
            </a:xfrm>
            <a:custGeom>
              <a:rect b="b" l="l" r="r" t="t"/>
              <a:pathLst>
                <a:path extrusionOk="0" h="2263" w="11336">
                  <a:moveTo>
                    <a:pt x="1" y="1"/>
                  </a:moveTo>
                  <a:lnTo>
                    <a:pt x="1" y="2263"/>
                  </a:lnTo>
                  <a:lnTo>
                    <a:pt x="11335" y="2263"/>
                  </a:lnTo>
                  <a:lnTo>
                    <a:pt x="1133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27"/>
            <p:cNvSpPr/>
            <p:nvPr/>
          </p:nvSpPr>
          <p:spPr>
            <a:xfrm>
              <a:off x="4507100" y="1989650"/>
              <a:ext cx="56575" cy="227150"/>
            </a:xfrm>
            <a:custGeom>
              <a:rect b="b" l="l" r="r" t="t"/>
              <a:pathLst>
                <a:path extrusionOk="0" h="9086" w="2263">
                  <a:moveTo>
                    <a:pt x="0" y="1"/>
                  </a:moveTo>
                  <a:lnTo>
                    <a:pt x="0" y="9085"/>
                  </a:lnTo>
                  <a:lnTo>
                    <a:pt x="2263" y="9085"/>
                  </a:lnTo>
                  <a:lnTo>
                    <a:pt x="226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48" name="Google Shape;648;p27"/>
          <p:cNvGrpSpPr/>
          <p:nvPr/>
        </p:nvGrpSpPr>
        <p:grpSpPr>
          <a:xfrm rot="10800000">
            <a:off x="7552200" y="3795575"/>
            <a:ext cx="238275" cy="1347925"/>
            <a:chOff x="474950" y="-375"/>
            <a:chExt cx="238275" cy="940500"/>
          </a:xfrm>
        </p:grpSpPr>
        <p:cxnSp>
          <p:nvCxnSpPr>
            <p:cNvPr id="649" name="Google Shape;649;p27"/>
            <p:cNvCxnSpPr/>
            <p:nvPr/>
          </p:nvCxnSpPr>
          <p:spPr>
            <a:xfrm>
              <a:off x="474950" y="-375"/>
              <a:ext cx="0" cy="9405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0" name="Google Shape;650;p27"/>
            <p:cNvCxnSpPr/>
            <p:nvPr/>
          </p:nvCxnSpPr>
          <p:spPr>
            <a:xfrm>
              <a:off x="713225" y="-375"/>
              <a:ext cx="0" cy="40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13_1"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2" name="Google Shape;652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3" name="Google Shape;653;p28"/>
          <p:cNvPicPr preferRelativeResize="0"/>
          <p:nvPr/>
        </p:nvPicPr>
        <p:blipFill>
          <a:blip r:embed="rId3">
            <a:alphaModFix amt="52999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54" name="Google Shape;654;p28"/>
          <p:cNvCxnSpPr/>
          <p:nvPr/>
        </p:nvCxnSpPr>
        <p:spPr>
          <a:xfrm>
            <a:off x="673450" y="-375"/>
            <a:ext cx="0" cy="2063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55" name="Google Shape;655;p28"/>
          <p:cNvGrpSpPr/>
          <p:nvPr/>
        </p:nvGrpSpPr>
        <p:grpSpPr>
          <a:xfrm>
            <a:off x="347574" y="2162143"/>
            <a:ext cx="651756" cy="651514"/>
            <a:chOff x="2814625" y="1652725"/>
            <a:chExt cx="2428300" cy="2427400"/>
          </a:xfrm>
        </p:grpSpPr>
        <p:sp>
          <p:nvSpPr>
            <p:cNvPr id="656" name="Google Shape;656;p28"/>
            <p:cNvSpPr/>
            <p:nvPr/>
          </p:nvSpPr>
          <p:spPr>
            <a:xfrm>
              <a:off x="3161400" y="1995900"/>
              <a:ext cx="173550" cy="173575"/>
            </a:xfrm>
            <a:custGeom>
              <a:rect b="b" l="l" r="r" t="t"/>
              <a:pathLst>
                <a:path extrusionOk="0" h="6943" w="6942">
                  <a:moveTo>
                    <a:pt x="0" y="1"/>
                  </a:moveTo>
                  <a:lnTo>
                    <a:pt x="0" y="6942"/>
                  </a:lnTo>
                  <a:lnTo>
                    <a:pt x="6942" y="6942"/>
                  </a:lnTo>
                  <a:lnTo>
                    <a:pt x="694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28"/>
            <p:cNvSpPr/>
            <p:nvPr/>
          </p:nvSpPr>
          <p:spPr>
            <a:xfrm>
              <a:off x="2988150" y="2169450"/>
              <a:ext cx="173275" cy="346800"/>
            </a:xfrm>
            <a:custGeom>
              <a:rect b="b" l="l" r="r" t="t"/>
              <a:pathLst>
                <a:path extrusionOk="0" h="13872" w="6931">
                  <a:moveTo>
                    <a:pt x="1" y="0"/>
                  </a:moveTo>
                  <a:lnTo>
                    <a:pt x="1" y="6930"/>
                  </a:lnTo>
                  <a:lnTo>
                    <a:pt x="1" y="13871"/>
                  </a:lnTo>
                  <a:lnTo>
                    <a:pt x="6930" y="13871"/>
                  </a:lnTo>
                  <a:lnTo>
                    <a:pt x="6930" y="6930"/>
                  </a:lnTo>
                  <a:lnTo>
                    <a:pt x="69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28"/>
            <p:cNvSpPr/>
            <p:nvPr/>
          </p:nvSpPr>
          <p:spPr>
            <a:xfrm>
              <a:off x="3616500" y="2175100"/>
              <a:ext cx="173875" cy="520325"/>
            </a:xfrm>
            <a:custGeom>
              <a:rect b="b" l="l" r="r" t="t"/>
              <a:pathLst>
                <a:path extrusionOk="0" h="20813" w="6955">
                  <a:moveTo>
                    <a:pt x="1" y="0"/>
                  </a:moveTo>
                  <a:lnTo>
                    <a:pt x="1" y="6942"/>
                  </a:lnTo>
                  <a:lnTo>
                    <a:pt x="1" y="13883"/>
                  </a:lnTo>
                  <a:lnTo>
                    <a:pt x="1" y="20813"/>
                  </a:lnTo>
                  <a:lnTo>
                    <a:pt x="6954" y="20813"/>
                  </a:lnTo>
                  <a:lnTo>
                    <a:pt x="6954" y="13883"/>
                  </a:lnTo>
                  <a:lnTo>
                    <a:pt x="6954" y="6942"/>
                  </a:lnTo>
                  <a:lnTo>
                    <a:pt x="69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28"/>
            <p:cNvSpPr/>
            <p:nvPr/>
          </p:nvSpPr>
          <p:spPr>
            <a:xfrm>
              <a:off x="4230875" y="2175100"/>
              <a:ext cx="173250" cy="520325"/>
            </a:xfrm>
            <a:custGeom>
              <a:rect b="b" l="l" r="r" t="t"/>
              <a:pathLst>
                <a:path extrusionOk="0" h="20813" w="6930">
                  <a:moveTo>
                    <a:pt x="0" y="0"/>
                  </a:moveTo>
                  <a:lnTo>
                    <a:pt x="0" y="6942"/>
                  </a:lnTo>
                  <a:lnTo>
                    <a:pt x="0" y="13883"/>
                  </a:lnTo>
                  <a:lnTo>
                    <a:pt x="0" y="20813"/>
                  </a:lnTo>
                  <a:lnTo>
                    <a:pt x="6930" y="20813"/>
                  </a:lnTo>
                  <a:lnTo>
                    <a:pt x="6930" y="13883"/>
                  </a:lnTo>
                  <a:lnTo>
                    <a:pt x="6930" y="6942"/>
                  </a:lnTo>
                  <a:lnTo>
                    <a:pt x="69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28"/>
            <p:cNvSpPr/>
            <p:nvPr/>
          </p:nvSpPr>
          <p:spPr>
            <a:xfrm>
              <a:off x="2814625" y="2519200"/>
              <a:ext cx="346800" cy="1040625"/>
            </a:xfrm>
            <a:custGeom>
              <a:rect b="b" l="l" r="r" t="t"/>
              <a:pathLst>
                <a:path extrusionOk="0" h="41625" w="13872">
                  <a:moveTo>
                    <a:pt x="1" y="0"/>
                  </a:moveTo>
                  <a:lnTo>
                    <a:pt x="1" y="6930"/>
                  </a:lnTo>
                  <a:lnTo>
                    <a:pt x="1" y="13871"/>
                  </a:lnTo>
                  <a:lnTo>
                    <a:pt x="1" y="20800"/>
                  </a:lnTo>
                  <a:lnTo>
                    <a:pt x="1" y="27742"/>
                  </a:lnTo>
                  <a:lnTo>
                    <a:pt x="6942" y="27742"/>
                  </a:lnTo>
                  <a:lnTo>
                    <a:pt x="6942" y="20800"/>
                  </a:lnTo>
                  <a:lnTo>
                    <a:pt x="6942" y="13871"/>
                  </a:lnTo>
                  <a:lnTo>
                    <a:pt x="6942" y="6930"/>
                  </a:lnTo>
                  <a:lnTo>
                    <a:pt x="6942" y="0"/>
                  </a:lnTo>
                  <a:close/>
                  <a:moveTo>
                    <a:pt x="6942" y="27742"/>
                  </a:moveTo>
                  <a:lnTo>
                    <a:pt x="6942" y="34671"/>
                  </a:lnTo>
                  <a:lnTo>
                    <a:pt x="6942" y="41624"/>
                  </a:lnTo>
                  <a:lnTo>
                    <a:pt x="13871" y="41624"/>
                  </a:lnTo>
                  <a:lnTo>
                    <a:pt x="13871" y="34671"/>
                  </a:lnTo>
                  <a:lnTo>
                    <a:pt x="13871" y="27742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28"/>
            <p:cNvSpPr/>
            <p:nvPr/>
          </p:nvSpPr>
          <p:spPr>
            <a:xfrm>
              <a:off x="3161400" y="3559800"/>
              <a:ext cx="173550" cy="173550"/>
            </a:xfrm>
            <a:custGeom>
              <a:rect b="b" l="l" r="r" t="t"/>
              <a:pathLst>
                <a:path extrusionOk="0" h="6942" w="6942">
                  <a:moveTo>
                    <a:pt x="0" y="0"/>
                  </a:moveTo>
                  <a:lnTo>
                    <a:pt x="0" y="6942"/>
                  </a:lnTo>
                  <a:lnTo>
                    <a:pt x="6942" y="6942"/>
                  </a:lnTo>
                  <a:lnTo>
                    <a:pt x="69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28"/>
            <p:cNvSpPr/>
            <p:nvPr/>
          </p:nvSpPr>
          <p:spPr>
            <a:xfrm>
              <a:off x="3334925" y="3733325"/>
              <a:ext cx="347100" cy="173250"/>
            </a:xfrm>
            <a:custGeom>
              <a:rect b="b" l="l" r="r" t="t"/>
              <a:pathLst>
                <a:path extrusionOk="0" h="6930" w="13884">
                  <a:moveTo>
                    <a:pt x="1" y="1"/>
                  </a:moveTo>
                  <a:lnTo>
                    <a:pt x="1" y="6930"/>
                  </a:lnTo>
                  <a:lnTo>
                    <a:pt x="13883" y="6930"/>
                  </a:lnTo>
                  <a:lnTo>
                    <a:pt x="138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28"/>
            <p:cNvSpPr/>
            <p:nvPr/>
          </p:nvSpPr>
          <p:spPr>
            <a:xfrm>
              <a:off x="4375525" y="3733325"/>
              <a:ext cx="346800" cy="173250"/>
            </a:xfrm>
            <a:custGeom>
              <a:rect b="b" l="l" r="r" t="t"/>
              <a:pathLst>
                <a:path extrusionOk="0" h="6930" w="13872">
                  <a:moveTo>
                    <a:pt x="1" y="1"/>
                  </a:moveTo>
                  <a:lnTo>
                    <a:pt x="1" y="6930"/>
                  </a:lnTo>
                  <a:lnTo>
                    <a:pt x="13872" y="6930"/>
                  </a:lnTo>
                  <a:lnTo>
                    <a:pt x="1387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28"/>
            <p:cNvSpPr/>
            <p:nvPr/>
          </p:nvSpPr>
          <p:spPr>
            <a:xfrm>
              <a:off x="4722300" y="3559800"/>
              <a:ext cx="173275" cy="173550"/>
            </a:xfrm>
            <a:custGeom>
              <a:rect b="b" l="l" r="r" t="t"/>
              <a:pathLst>
                <a:path extrusionOk="0" h="6942" w="6931">
                  <a:moveTo>
                    <a:pt x="1" y="0"/>
                  </a:moveTo>
                  <a:lnTo>
                    <a:pt x="1" y="6942"/>
                  </a:lnTo>
                  <a:lnTo>
                    <a:pt x="6930" y="6942"/>
                  </a:lnTo>
                  <a:lnTo>
                    <a:pt x="69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28"/>
            <p:cNvSpPr/>
            <p:nvPr/>
          </p:nvSpPr>
          <p:spPr>
            <a:xfrm>
              <a:off x="4895850" y="3212725"/>
              <a:ext cx="173550" cy="347100"/>
            </a:xfrm>
            <a:custGeom>
              <a:rect b="b" l="l" r="r" t="t"/>
              <a:pathLst>
                <a:path extrusionOk="0" h="13884" w="6942">
                  <a:moveTo>
                    <a:pt x="0" y="1"/>
                  </a:moveTo>
                  <a:lnTo>
                    <a:pt x="0" y="6954"/>
                  </a:lnTo>
                  <a:lnTo>
                    <a:pt x="0" y="13883"/>
                  </a:lnTo>
                  <a:lnTo>
                    <a:pt x="6941" y="13883"/>
                  </a:lnTo>
                  <a:lnTo>
                    <a:pt x="6941" y="6954"/>
                  </a:lnTo>
                  <a:lnTo>
                    <a:pt x="694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28"/>
            <p:cNvSpPr/>
            <p:nvPr/>
          </p:nvSpPr>
          <p:spPr>
            <a:xfrm>
              <a:off x="5069375" y="2519200"/>
              <a:ext cx="173550" cy="693550"/>
            </a:xfrm>
            <a:custGeom>
              <a:rect b="b" l="l" r="r" t="t"/>
              <a:pathLst>
                <a:path extrusionOk="0" h="27742" w="6942">
                  <a:moveTo>
                    <a:pt x="0" y="0"/>
                  </a:moveTo>
                  <a:lnTo>
                    <a:pt x="0" y="6930"/>
                  </a:lnTo>
                  <a:lnTo>
                    <a:pt x="0" y="13871"/>
                  </a:lnTo>
                  <a:lnTo>
                    <a:pt x="0" y="20800"/>
                  </a:lnTo>
                  <a:lnTo>
                    <a:pt x="0" y="27742"/>
                  </a:lnTo>
                  <a:lnTo>
                    <a:pt x="6942" y="27742"/>
                  </a:lnTo>
                  <a:lnTo>
                    <a:pt x="6942" y="20800"/>
                  </a:lnTo>
                  <a:lnTo>
                    <a:pt x="6942" y="13871"/>
                  </a:lnTo>
                  <a:lnTo>
                    <a:pt x="6942" y="6930"/>
                  </a:lnTo>
                  <a:lnTo>
                    <a:pt x="69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28"/>
            <p:cNvSpPr/>
            <p:nvPr/>
          </p:nvSpPr>
          <p:spPr>
            <a:xfrm>
              <a:off x="4895850" y="2172425"/>
              <a:ext cx="173550" cy="346800"/>
            </a:xfrm>
            <a:custGeom>
              <a:rect b="b" l="l" r="r" t="t"/>
              <a:pathLst>
                <a:path extrusionOk="0" h="13872" w="6942">
                  <a:moveTo>
                    <a:pt x="0" y="0"/>
                  </a:moveTo>
                  <a:lnTo>
                    <a:pt x="0" y="6930"/>
                  </a:lnTo>
                  <a:lnTo>
                    <a:pt x="0" y="13871"/>
                  </a:lnTo>
                  <a:lnTo>
                    <a:pt x="6941" y="13871"/>
                  </a:lnTo>
                  <a:lnTo>
                    <a:pt x="6941" y="6930"/>
                  </a:lnTo>
                  <a:lnTo>
                    <a:pt x="69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28"/>
            <p:cNvSpPr/>
            <p:nvPr/>
          </p:nvSpPr>
          <p:spPr>
            <a:xfrm>
              <a:off x="4722300" y="1998875"/>
              <a:ext cx="173275" cy="173575"/>
            </a:xfrm>
            <a:custGeom>
              <a:rect b="b" l="l" r="r" t="t"/>
              <a:pathLst>
                <a:path extrusionOk="0" h="6943" w="6931">
                  <a:moveTo>
                    <a:pt x="1" y="1"/>
                  </a:moveTo>
                  <a:lnTo>
                    <a:pt x="1" y="6942"/>
                  </a:lnTo>
                  <a:lnTo>
                    <a:pt x="6930" y="6942"/>
                  </a:lnTo>
                  <a:lnTo>
                    <a:pt x="693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28"/>
            <p:cNvSpPr/>
            <p:nvPr/>
          </p:nvSpPr>
          <p:spPr>
            <a:xfrm>
              <a:off x="3334925" y="1652725"/>
              <a:ext cx="1387400" cy="346175"/>
            </a:xfrm>
            <a:custGeom>
              <a:rect b="b" l="l" r="r" t="t"/>
              <a:pathLst>
                <a:path extrusionOk="0" h="13847" w="55496">
                  <a:moveTo>
                    <a:pt x="6954" y="0"/>
                  </a:moveTo>
                  <a:lnTo>
                    <a:pt x="6954" y="6799"/>
                  </a:lnTo>
                  <a:lnTo>
                    <a:pt x="1" y="6799"/>
                  </a:lnTo>
                  <a:lnTo>
                    <a:pt x="1" y="13728"/>
                  </a:lnTo>
                  <a:lnTo>
                    <a:pt x="6954" y="13728"/>
                  </a:lnTo>
                  <a:lnTo>
                    <a:pt x="6954" y="6929"/>
                  </a:lnTo>
                  <a:lnTo>
                    <a:pt x="48554" y="6929"/>
                  </a:lnTo>
                  <a:lnTo>
                    <a:pt x="48554" y="13847"/>
                  </a:lnTo>
                  <a:lnTo>
                    <a:pt x="55496" y="13847"/>
                  </a:lnTo>
                  <a:lnTo>
                    <a:pt x="55496" y="6918"/>
                  </a:lnTo>
                  <a:lnTo>
                    <a:pt x="48554" y="6918"/>
                  </a:lnTo>
                  <a:lnTo>
                    <a:pt x="485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28"/>
            <p:cNvSpPr/>
            <p:nvPr/>
          </p:nvSpPr>
          <p:spPr>
            <a:xfrm>
              <a:off x="3682000" y="3906550"/>
              <a:ext cx="693550" cy="173575"/>
            </a:xfrm>
            <a:custGeom>
              <a:rect b="b" l="l" r="r" t="t"/>
              <a:pathLst>
                <a:path extrusionOk="0" h="6943" w="27742">
                  <a:moveTo>
                    <a:pt x="0" y="1"/>
                  </a:moveTo>
                  <a:lnTo>
                    <a:pt x="0" y="6942"/>
                  </a:lnTo>
                  <a:lnTo>
                    <a:pt x="27742" y="6942"/>
                  </a:lnTo>
                  <a:lnTo>
                    <a:pt x="2774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28"/>
            <p:cNvSpPr/>
            <p:nvPr/>
          </p:nvSpPr>
          <p:spPr>
            <a:xfrm>
              <a:off x="3682000" y="3186225"/>
              <a:ext cx="693550" cy="173575"/>
            </a:xfrm>
            <a:custGeom>
              <a:rect b="b" l="l" r="r" t="t"/>
              <a:pathLst>
                <a:path extrusionOk="0" h="6943" w="27742">
                  <a:moveTo>
                    <a:pt x="0" y="1"/>
                  </a:moveTo>
                  <a:lnTo>
                    <a:pt x="0" y="6942"/>
                  </a:lnTo>
                  <a:lnTo>
                    <a:pt x="27742" y="6942"/>
                  </a:lnTo>
                  <a:lnTo>
                    <a:pt x="2774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28"/>
            <p:cNvSpPr/>
            <p:nvPr/>
          </p:nvSpPr>
          <p:spPr>
            <a:xfrm>
              <a:off x="4375525" y="3013000"/>
              <a:ext cx="173275" cy="173250"/>
            </a:xfrm>
            <a:custGeom>
              <a:rect b="b" l="l" r="r" t="t"/>
              <a:pathLst>
                <a:path extrusionOk="0" h="6930" w="6931">
                  <a:moveTo>
                    <a:pt x="1" y="1"/>
                  </a:moveTo>
                  <a:lnTo>
                    <a:pt x="1" y="6930"/>
                  </a:lnTo>
                  <a:lnTo>
                    <a:pt x="6930" y="6930"/>
                  </a:lnTo>
                  <a:lnTo>
                    <a:pt x="693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28"/>
            <p:cNvSpPr/>
            <p:nvPr/>
          </p:nvSpPr>
          <p:spPr>
            <a:xfrm>
              <a:off x="3508750" y="3013000"/>
              <a:ext cx="173275" cy="173250"/>
            </a:xfrm>
            <a:custGeom>
              <a:rect b="b" l="l" r="r" t="t"/>
              <a:pathLst>
                <a:path extrusionOk="0" h="6930" w="6931">
                  <a:moveTo>
                    <a:pt x="1" y="1"/>
                  </a:moveTo>
                  <a:lnTo>
                    <a:pt x="1" y="6930"/>
                  </a:lnTo>
                  <a:lnTo>
                    <a:pt x="6930" y="6930"/>
                  </a:lnTo>
                  <a:lnTo>
                    <a:pt x="693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674" name="Google Shape;674;p28"/>
          <p:cNvCxnSpPr/>
          <p:nvPr/>
        </p:nvCxnSpPr>
        <p:spPr>
          <a:xfrm>
            <a:off x="7790475" y="-375"/>
            <a:ext cx="0" cy="1141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5" name="Google Shape;675;p28"/>
          <p:cNvSpPr/>
          <p:nvPr/>
        </p:nvSpPr>
        <p:spPr>
          <a:xfrm>
            <a:off x="7485850" y="1209899"/>
            <a:ext cx="609257" cy="554057"/>
          </a:xfrm>
          <a:custGeom>
            <a:rect b="b" l="l" r="r" t="t"/>
            <a:pathLst>
              <a:path extrusionOk="0" h="42538" w="46767">
                <a:moveTo>
                  <a:pt x="8494" y="1"/>
                </a:moveTo>
                <a:lnTo>
                  <a:pt x="8494" y="4247"/>
                </a:lnTo>
                <a:lnTo>
                  <a:pt x="4230" y="4247"/>
                </a:lnTo>
                <a:lnTo>
                  <a:pt x="4230" y="8512"/>
                </a:lnTo>
                <a:lnTo>
                  <a:pt x="1" y="8512"/>
                </a:lnTo>
                <a:lnTo>
                  <a:pt x="1" y="12758"/>
                </a:lnTo>
                <a:lnTo>
                  <a:pt x="1" y="17022"/>
                </a:lnTo>
                <a:lnTo>
                  <a:pt x="1" y="21269"/>
                </a:lnTo>
                <a:lnTo>
                  <a:pt x="4230" y="21269"/>
                </a:lnTo>
                <a:lnTo>
                  <a:pt x="4230" y="25516"/>
                </a:lnTo>
                <a:lnTo>
                  <a:pt x="8494" y="25516"/>
                </a:lnTo>
                <a:lnTo>
                  <a:pt x="8494" y="29780"/>
                </a:lnTo>
                <a:lnTo>
                  <a:pt x="12758" y="29780"/>
                </a:lnTo>
                <a:lnTo>
                  <a:pt x="12758" y="34027"/>
                </a:lnTo>
                <a:lnTo>
                  <a:pt x="16987" y="34027"/>
                </a:lnTo>
                <a:lnTo>
                  <a:pt x="16987" y="38273"/>
                </a:lnTo>
                <a:lnTo>
                  <a:pt x="21252" y="38273"/>
                </a:lnTo>
                <a:lnTo>
                  <a:pt x="21252" y="42537"/>
                </a:lnTo>
                <a:lnTo>
                  <a:pt x="25516" y="42537"/>
                </a:lnTo>
                <a:lnTo>
                  <a:pt x="25516" y="38273"/>
                </a:lnTo>
                <a:lnTo>
                  <a:pt x="29745" y="38273"/>
                </a:lnTo>
                <a:lnTo>
                  <a:pt x="29745" y="34027"/>
                </a:lnTo>
                <a:lnTo>
                  <a:pt x="34009" y="34027"/>
                </a:lnTo>
                <a:lnTo>
                  <a:pt x="34009" y="29780"/>
                </a:lnTo>
                <a:lnTo>
                  <a:pt x="38273" y="29780"/>
                </a:lnTo>
                <a:lnTo>
                  <a:pt x="38273" y="25516"/>
                </a:lnTo>
                <a:lnTo>
                  <a:pt x="42520" y="25516"/>
                </a:lnTo>
                <a:lnTo>
                  <a:pt x="42520" y="21269"/>
                </a:lnTo>
                <a:lnTo>
                  <a:pt x="46767" y="21269"/>
                </a:lnTo>
                <a:lnTo>
                  <a:pt x="46767" y="17022"/>
                </a:lnTo>
                <a:lnTo>
                  <a:pt x="46767" y="12758"/>
                </a:lnTo>
                <a:lnTo>
                  <a:pt x="46767" y="8512"/>
                </a:lnTo>
                <a:lnTo>
                  <a:pt x="42520" y="8512"/>
                </a:lnTo>
                <a:lnTo>
                  <a:pt x="42520" y="4247"/>
                </a:lnTo>
                <a:lnTo>
                  <a:pt x="38273" y="4247"/>
                </a:lnTo>
                <a:lnTo>
                  <a:pt x="38273" y="1"/>
                </a:lnTo>
                <a:lnTo>
                  <a:pt x="29745" y="1"/>
                </a:lnTo>
                <a:lnTo>
                  <a:pt x="29745" y="4247"/>
                </a:lnTo>
                <a:lnTo>
                  <a:pt x="25516" y="4247"/>
                </a:lnTo>
                <a:lnTo>
                  <a:pt x="25516" y="8512"/>
                </a:lnTo>
                <a:lnTo>
                  <a:pt x="21252" y="8512"/>
                </a:lnTo>
                <a:lnTo>
                  <a:pt x="21252" y="4247"/>
                </a:lnTo>
                <a:lnTo>
                  <a:pt x="16987" y="4247"/>
                </a:lnTo>
                <a:lnTo>
                  <a:pt x="1698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theme" Target="../theme/theme2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65050" y="445025"/>
            <a:ext cx="7770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Press Start 2P"/>
              <a:buNone/>
              <a:defRPr sz="27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Press Start 2P"/>
              <a:buNone/>
              <a:defRPr sz="27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Press Start 2P"/>
              <a:buNone/>
              <a:defRPr sz="27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Press Start 2P"/>
              <a:buNone/>
              <a:defRPr sz="27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Press Start 2P"/>
              <a:buNone/>
              <a:defRPr sz="27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Press Start 2P"/>
              <a:buNone/>
              <a:defRPr sz="27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Press Start 2P"/>
              <a:buNone/>
              <a:defRPr sz="27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Press Start 2P"/>
              <a:buNone/>
              <a:defRPr sz="27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Press Start 2P"/>
              <a:buNone/>
              <a:defRPr sz="27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65050" y="1152475"/>
            <a:ext cx="77703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agents.md" TargetMode="External"/><Relationship Id="rId4" Type="http://schemas.openxmlformats.org/officeDocument/2006/relationships/hyperlink" Target="http://skills.md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agents.md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drive.google.com/file/d/1BDM-qHlhb1Ybi5Xk4AT4_z_YePL4h_2t/view" TargetMode="External"/><Relationship Id="rId4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29"/>
          <p:cNvSpPr txBox="1"/>
          <p:nvPr>
            <p:ph type="ctrTitle"/>
          </p:nvPr>
        </p:nvSpPr>
        <p:spPr>
          <a:xfrm>
            <a:off x="1142550" y="1750675"/>
            <a:ext cx="6858900" cy="161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SEVEN ATE NINE</a:t>
            </a:r>
            <a:endParaRPr/>
          </a:p>
        </p:txBody>
      </p:sp>
      <p:sp>
        <p:nvSpPr>
          <p:cNvPr id="681" name="Google Shape;681;p29"/>
          <p:cNvSpPr txBox="1"/>
          <p:nvPr>
            <p:ph idx="1" type="subTitle"/>
          </p:nvPr>
        </p:nvSpPr>
        <p:spPr>
          <a:xfrm>
            <a:off x="1142550" y="3272863"/>
            <a:ext cx="6858900" cy="48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00202"/>
              </a:buClr>
              <a:buSzPts val="1100"/>
              <a:buFont typeface="Arial"/>
              <a:buNone/>
            </a:pPr>
            <a:r>
              <a:rPr lang="en"/>
              <a:t>Arm Slot machine II presentation</a:t>
            </a:r>
            <a:endParaRPr/>
          </a:p>
        </p:txBody>
      </p:sp>
      <p:sp>
        <p:nvSpPr>
          <p:cNvPr id="682" name="Google Shape;682;p29"/>
          <p:cNvSpPr/>
          <p:nvPr/>
        </p:nvSpPr>
        <p:spPr>
          <a:xfrm>
            <a:off x="1998050" y="3911563"/>
            <a:ext cx="356529" cy="356529"/>
          </a:xfrm>
          <a:custGeom>
            <a:rect b="b" l="l" r="r" t="t"/>
            <a:pathLst>
              <a:path extrusionOk="0" h="18914" w="18914">
                <a:moveTo>
                  <a:pt x="7030" y="0"/>
                </a:moveTo>
                <a:lnTo>
                  <a:pt x="7030" y="3141"/>
                </a:lnTo>
                <a:lnTo>
                  <a:pt x="3141" y="3141"/>
                </a:lnTo>
                <a:lnTo>
                  <a:pt x="3141" y="7030"/>
                </a:lnTo>
                <a:lnTo>
                  <a:pt x="0" y="7030"/>
                </a:lnTo>
                <a:lnTo>
                  <a:pt x="0" y="11883"/>
                </a:lnTo>
                <a:lnTo>
                  <a:pt x="3141" y="11883"/>
                </a:lnTo>
                <a:lnTo>
                  <a:pt x="3141" y="15773"/>
                </a:lnTo>
                <a:lnTo>
                  <a:pt x="7030" y="15773"/>
                </a:lnTo>
                <a:lnTo>
                  <a:pt x="7030" y="18913"/>
                </a:lnTo>
                <a:lnTo>
                  <a:pt x="11884" y="18913"/>
                </a:lnTo>
                <a:lnTo>
                  <a:pt x="11884" y="15773"/>
                </a:lnTo>
                <a:lnTo>
                  <a:pt x="15773" y="15773"/>
                </a:lnTo>
                <a:lnTo>
                  <a:pt x="15773" y="11883"/>
                </a:lnTo>
                <a:lnTo>
                  <a:pt x="18914" y="11883"/>
                </a:lnTo>
                <a:lnTo>
                  <a:pt x="18914" y="7030"/>
                </a:lnTo>
                <a:lnTo>
                  <a:pt x="15773" y="7030"/>
                </a:lnTo>
                <a:lnTo>
                  <a:pt x="15773" y="3141"/>
                </a:lnTo>
                <a:lnTo>
                  <a:pt x="11884" y="3141"/>
                </a:lnTo>
                <a:lnTo>
                  <a:pt x="1188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29"/>
          <p:cNvSpPr/>
          <p:nvPr/>
        </p:nvSpPr>
        <p:spPr>
          <a:xfrm>
            <a:off x="4207974" y="4153488"/>
            <a:ext cx="728045" cy="662104"/>
          </a:xfrm>
          <a:custGeom>
            <a:rect b="b" l="l" r="r" t="t"/>
            <a:pathLst>
              <a:path extrusionOk="0" h="42538" w="46767">
                <a:moveTo>
                  <a:pt x="8494" y="1"/>
                </a:moveTo>
                <a:lnTo>
                  <a:pt x="8494" y="4247"/>
                </a:lnTo>
                <a:lnTo>
                  <a:pt x="4230" y="4247"/>
                </a:lnTo>
                <a:lnTo>
                  <a:pt x="4230" y="8512"/>
                </a:lnTo>
                <a:lnTo>
                  <a:pt x="1" y="8512"/>
                </a:lnTo>
                <a:lnTo>
                  <a:pt x="1" y="12758"/>
                </a:lnTo>
                <a:lnTo>
                  <a:pt x="1" y="17022"/>
                </a:lnTo>
                <a:lnTo>
                  <a:pt x="1" y="21269"/>
                </a:lnTo>
                <a:lnTo>
                  <a:pt x="4230" y="21269"/>
                </a:lnTo>
                <a:lnTo>
                  <a:pt x="4230" y="25516"/>
                </a:lnTo>
                <a:lnTo>
                  <a:pt x="8494" y="25516"/>
                </a:lnTo>
                <a:lnTo>
                  <a:pt x="8494" y="29780"/>
                </a:lnTo>
                <a:lnTo>
                  <a:pt x="12758" y="29780"/>
                </a:lnTo>
                <a:lnTo>
                  <a:pt x="12758" y="34027"/>
                </a:lnTo>
                <a:lnTo>
                  <a:pt x="16987" y="34027"/>
                </a:lnTo>
                <a:lnTo>
                  <a:pt x="16987" y="38273"/>
                </a:lnTo>
                <a:lnTo>
                  <a:pt x="21252" y="38273"/>
                </a:lnTo>
                <a:lnTo>
                  <a:pt x="21252" y="42537"/>
                </a:lnTo>
                <a:lnTo>
                  <a:pt x="25516" y="42537"/>
                </a:lnTo>
                <a:lnTo>
                  <a:pt x="25516" y="38273"/>
                </a:lnTo>
                <a:lnTo>
                  <a:pt x="29745" y="38273"/>
                </a:lnTo>
                <a:lnTo>
                  <a:pt x="29745" y="34027"/>
                </a:lnTo>
                <a:lnTo>
                  <a:pt x="34009" y="34027"/>
                </a:lnTo>
                <a:lnTo>
                  <a:pt x="34009" y="29780"/>
                </a:lnTo>
                <a:lnTo>
                  <a:pt x="38273" y="29780"/>
                </a:lnTo>
                <a:lnTo>
                  <a:pt x="38273" y="25516"/>
                </a:lnTo>
                <a:lnTo>
                  <a:pt x="42520" y="25516"/>
                </a:lnTo>
                <a:lnTo>
                  <a:pt x="42520" y="21269"/>
                </a:lnTo>
                <a:lnTo>
                  <a:pt x="46767" y="21269"/>
                </a:lnTo>
                <a:lnTo>
                  <a:pt x="46767" y="17022"/>
                </a:lnTo>
                <a:lnTo>
                  <a:pt x="46767" y="12758"/>
                </a:lnTo>
                <a:lnTo>
                  <a:pt x="46767" y="8512"/>
                </a:lnTo>
                <a:lnTo>
                  <a:pt x="42520" y="8512"/>
                </a:lnTo>
                <a:lnTo>
                  <a:pt x="42520" y="4247"/>
                </a:lnTo>
                <a:lnTo>
                  <a:pt x="38273" y="4247"/>
                </a:lnTo>
                <a:lnTo>
                  <a:pt x="38273" y="1"/>
                </a:lnTo>
                <a:lnTo>
                  <a:pt x="29745" y="1"/>
                </a:lnTo>
                <a:lnTo>
                  <a:pt x="29745" y="4247"/>
                </a:lnTo>
                <a:lnTo>
                  <a:pt x="25516" y="4247"/>
                </a:lnTo>
                <a:lnTo>
                  <a:pt x="25516" y="8512"/>
                </a:lnTo>
                <a:lnTo>
                  <a:pt x="21252" y="8512"/>
                </a:lnTo>
                <a:lnTo>
                  <a:pt x="21252" y="4247"/>
                </a:lnTo>
                <a:lnTo>
                  <a:pt x="16987" y="4247"/>
                </a:lnTo>
                <a:lnTo>
                  <a:pt x="1698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84" name="Google Shape;684;p29"/>
          <p:cNvGrpSpPr/>
          <p:nvPr/>
        </p:nvGrpSpPr>
        <p:grpSpPr>
          <a:xfrm rot="10800000">
            <a:off x="7774725" y="3795575"/>
            <a:ext cx="238275" cy="1347925"/>
            <a:chOff x="474950" y="-375"/>
            <a:chExt cx="238275" cy="940500"/>
          </a:xfrm>
        </p:grpSpPr>
        <p:cxnSp>
          <p:nvCxnSpPr>
            <p:cNvPr id="685" name="Google Shape;685;p29"/>
            <p:cNvCxnSpPr/>
            <p:nvPr/>
          </p:nvCxnSpPr>
          <p:spPr>
            <a:xfrm>
              <a:off x="474950" y="-375"/>
              <a:ext cx="0" cy="9405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6" name="Google Shape;686;p29"/>
            <p:cNvCxnSpPr/>
            <p:nvPr/>
          </p:nvCxnSpPr>
          <p:spPr>
            <a:xfrm>
              <a:off x="713225" y="-375"/>
              <a:ext cx="0" cy="40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687" name="Google Shape;687;p29"/>
          <p:cNvGrpSpPr/>
          <p:nvPr/>
        </p:nvGrpSpPr>
        <p:grpSpPr>
          <a:xfrm>
            <a:off x="7784696" y="3295589"/>
            <a:ext cx="455742" cy="385443"/>
            <a:chOff x="4052875" y="1592600"/>
            <a:chExt cx="737925" cy="624200"/>
          </a:xfrm>
        </p:grpSpPr>
        <p:sp>
          <p:nvSpPr>
            <p:cNvPr id="688" name="Google Shape;688;p29"/>
            <p:cNvSpPr/>
            <p:nvPr/>
          </p:nvSpPr>
          <p:spPr>
            <a:xfrm>
              <a:off x="4052875" y="1592600"/>
              <a:ext cx="737925" cy="624200"/>
            </a:xfrm>
            <a:custGeom>
              <a:rect b="b" l="l" r="r" t="t"/>
              <a:pathLst>
                <a:path extrusionOk="0" h="24968" w="29517">
                  <a:moveTo>
                    <a:pt x="13621" y="0"/>
                  </a:moveTo>
                  <a:lnTo>
                    <a:pt x="13621" y="2262"/>
                  </a:lnTo>
                  <a:lnTo>
                    <a:pt x="11359" y="2262"/>
                  </a:lnTo>
                  <a:lnTo>
                    <a:pt x="11359" y="4548"/>
                  </a:lnTo>
                  <a:lnTo>
                    <a:pt x="9085" y="4548"/>
                  </a:lnTo>
                  <a:lnTo>
                    <a:pt x="9085" y="6810"/>
                  </a:lnTo>
                  <a:lnTo>
                    <a:pt x="6823" y="6810"/>
                  </a:lnTo>
                  <a:lnTo>
                    <a:pt x="6823" y="9061"/>
                  </a:lnTo>
                  <a:lnTo>
                    <a:pt x="4549" y="9061"/>
                  </a:lnTo>
                  <a:lnTo>
                    <a:pt x="4549" y="11347"/>
                  </a:lnTo>
                  <a:lnTo>
                    <a:pt x="2275" y="11347"/>
                  </a:lnTo>
                  <a:lnTo>
                    <a:pt x="2275" y="13609"/>
                  </a:lnTo>
                  <a:lnTo>
                    <a:pt x="1" y="13609"/>
                  </a:lnTo>
                  <a:lnTo>
                    <a:pt x="1" y="15883"/>
                  </a:lnTo>
                  <a:lnTo>
                    <a:pt x="9085" y="15883"/>
                  </a:lnTo>
                  <a:lnTo>
                    <a:pt x="9085" y="24967"/>
                  </a:lnTo>
                  <a:lnTo>
                    <a:pt x="20432" y="24967"/>
                  </a:lnTo>
                  <a:lnTo>
                    <a:pt x="20432" y="15883"/>
                  </a:lnTo>
                  <a:lnTo>
                    <a:pt x="29516" y="15883"/>
                  </a:lnTo>
                  <a:lnTo>
                    <a:pt x="29516" y="13609"/>
                  </a:lnTo>
                  <a:lnTo>
                    <a:pt x="27242" y="13609"/>
                  </a:lnTo>
                  <a:lnTo>
                    <a:pt x="27242" y="11347"/>
                  </a:lnTo>
                  <a:lnTo>
                    <a:pt x="24980" y="11347"/>
                  </a:lnTo>
                  <a:lnTo>
                    <a:pt x="24980" y="9061"/>
                  </a:lnTo>
                  <a:lnTo>
                    <a:pt x="22706" y="9061"/>
                  </a:lnTo>
                  <a:lnTo>
                    <a:pt x="22706" y="6810"/>
                  </a:lnTo>
                  <a:lnTo>
                    <a:pt x="20432" y="6810"/>
                  </a:lnTo>
                  <a:lnTo>
                    <a:pt x="20432" y="4548"/>
                  </a:lnTo>
                  <a:lnTo>
                    <a:pt x="18158" y="4548"/>
                  </a:lnTo>
                  <a:lnTo>
                    <a:pt x="18158" y="2262"/>
                  </a:lnTo>
                  <a:lnTo>
                    <a:pt x="15895" y="2262"/>
                  </a:lnTo>
                  <a:lnTo>
                    <a:pt x="1589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29"/>
            <p:cNvSpPr/>
            <p:nvPr/>
          </p:nvSpPr>
          <p:spPr>
            <a:xfrm>
              <a:off x="4336850" y="164945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0" y="0"/>
                  </a:moveTo>
                  <a:lnTo>
                    <a:pt x="0" y="2262"/>
                  </a:lnTo>
                  <a:lnTo>
                    <a:pt x="2262" y="2262"/>
                  </a:lnTo>
                  <a:lnTo>
                    <a:pt x="226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29"/>
            <p:cNvSpPr/>
            <p:nvPr/>
          </p:nvSpPr>
          <p:spPr>
            <a:xfrm>
              <a:off x="4393700" y="1592875"/>
              <a:ext cx="56575" cy="56600"/>
            </a:xfrm>
            <a:custGeom>
              <a:rect b="b" l="l" r="r" t="t"/>
              <a:pathLst>
                <a:path extrusionOk="0" h="2264" w="2263">
                  <a:moveTo>
                    <a:pt x="0" y="1"/>
                  </a:moveTo>
                  <a:lnTo>
                    <a:pt x="0" y="2263"/>
                  </a:lnTo>
                  <a:lnTo>
                    <a:pt x="2262" y="2263"/>
                  </a:lnTo>
                  <a:lnTo>
                    <a:pt x="226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29"/>
            <p:cNvSpPr/>
            <p:nvPr/>
          </p:nvSpPr>
          <p:spPr>
            <a:xfrm>
              <a:off x="4280275" y="1706300"/>
              <a:ext cx="56600" cy="56575"/>
            </a:xfrm>
            <a:custGeom>
              <a:rect b="b" l="l" r="r" t="t"/>
              <a:pathLst>
                <a:path extrusionOk="0" h="2263" w="2264">
                  <a:moveTo>
                    <a:pt x="1" y="0"/>
                  </a:moveTo>
                  <a:lnTo>
                    <a:pt x="1" y="2262"/>
                  </a:lnTo>
                  <a:lnTo>
                    <a:pt x="2263" y="2262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29"/>
            <p:cNvSpPr/>
            <p:nvPr/>
          </p:nvSpPr>
          <p:spPr>
            <a:xfrm>
              <a:off x="4223425" y="176285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1" y="0"/>
                  </a:moveTo>
                  <a:lnTo>
                    <a:pt x="1" y="2263"/>
                  </a:lnTo>
                  <a:lnTo>
                    <a:pt x="2263" y="2263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29"/>
            <p:cNvSpPr/>
            <p:nvPr/>
          </p:nvSpPr>
          <p:spPr>
            <a:xfrm>
              <a:off x="4166275" y="181970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1" y="0"/>
                  </a:moveTo>
                  <a:lnTo>
                    <a:pt x="1" y="2263"/>
                  </a:lnTo>
                  <a:lnTo>
                    <a:pt x="2263" y="2263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29"/>
            <p:cNvSpPr/>
            <p:nvPr/>
          </p:nvSpPr>
          <p:spPr>
            <a:xfrm>
              <a:off x="4109725" y="187625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1" y="1"/>
                  </a:moveTo>
                  <a:lnTo>
                    <a:pt x="1" y="2263"/>
                  </a:lnTo>
                  <a:lnTo>
                    <a:pt x="2263" y="2263"/>
                  </a:lnTo>
                  <a:lnTo>
                    <a:pt x="226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29"/>
            <p:cNvSpPr/>
            <p:nvPr/>
          </p:nvSpPr>
          <p:spPr>
            <a:xfrm>
              <a:off x="4052875" y="1933100"/>
              <a:ext cx="283700" cy="56575"/>
            </a:xfrm>
            <a:custGeom>
              <a:rect b="b" l="l" r="r" t="t"/>
              <a:pathLst>
                <a:path extrusionOk="0" h="2263" w="11348">
                  <a:moveTo>
                    <a:pt x="1" y="1"/>
                  </a:moveTo>
                  <a:lnTo>
                    <a:pt x="1" y="2263"/>
                  </a:lnTo>
                  <a:lnTo>
                    <a:pt x="11347" y="2263"/>
                  </a:lnTo>
                  <a:lnTo>
                    <a:pt x="113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29"/>
            <p:cNvSpPr/>
            <p:nvPr/>
          </p:nvSpPr>
          <p:spPr>
            <a:xfrm>
              <a:off x="4279975" y="2160225"/>
              <a:ext cx="283400" cy="56575"/>
            </a:xfrm>
            <a:custGeom>
              <a:rect b="b" l="l" r="r" t="t"/>
              <a:pathLst>
                <a:path extrusionOk="0" h="2263" w="11336">
                  <a:moveTo>
                    <a:pt x="1" y="0"/>
                  </a:moveTo>
                  <a:lnTo>
                    <a:pt x="1" y="2262"/>
                  </a:lnTo>
                  <a:lnTo>
                    <a:pt x="11336" y="2262"/>
                  </a:lnTo>
                  <a:lnTo>
                    <a:pt x="1133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29"/>
            <p:cNvSpPr/>
            <p:nvPr/>
          </p:nvSpPr>
          <p:spPr>
            <a:xfrm>
              <a:off x="4280275" y="1989350"/>
              <a:ext cx="56600" cy="227150"/>
            </a:xfrm>
            <a:custGeom>
              <a:rect b="b" l="l" r="r" t="t"/>
              <a:pathLst>
                <a:path extrusionOk="0" h="9086" w="2264">
                  <a:moveTo>
                    <a:pt x="1" y="1"/>
                  </a:moveTo>
                  <a:lnTo>
                    <a:pt x="1" y="9085"/>
                  </a:lnTo>
                  <a:lnTo>
                    <a:pt x="2263" y="9085"/>
                  </a:lnTo>
                  <a:lnTo>
                    <a:pt x="226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29"/>
            <p:cNvSpPr/>
            <p:nvPr/>
          </p:nvSpPr>
          <p:spPr>
            <a:xfrm>
              <a:off x="4450250" y="164945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0" y="0"/>
                  </a:moveTo>
                  <a:lnTo>
                    <a:pt x="0" y="2262"/>
                  </a:lnTo>
                  <a:lnTo>
                    <a:pt x="2263" y="2262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29"/>
            <p:cNvSpPr/>
            <p:nvPr/>
          </p:nvSpPr>
          <p:spPr>
            <a:xfrm>
              <a:off x="4507100" y="170630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0" y="0"/>
                  </a:moveTo>
                  <a:lnTo>
                    <a:pt x="0" y="2262"/>
                  </a:lnTo>
                  <a:lnTo>
                    <a:pt x="2263" y="2262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29"/>
            <p:cNvSpPr/>
            <p:nvPr/>
          </p:nvSpPr>
          <p:spPr>
            <a:xfrm>
              <a:off x="4563650" y="176285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1" y="0"/>
                  </a:moveTo>
                  <a:lnTo>
                    <a:pt x="1" y="2263"/>
                  </a:lnTo>
                  <a:lnTo>
                    <a:pt x="2263" y="2263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29"/>
            <p:cNvSpPr/>
            <p:nvPr/>
          </p:nvSpPr>
          <p:spPr>
            <a:xfrm>
              <a:off x="4620200" y="181970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1" y="0"/>
                  </a:moveTo>
                  <a:lnTo>
                    <a:pt x="1" y="2263"/>
                  </a:lnTo>
                  <a:lnTo>
                    <a:pt x="2263" y="2263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29"/>
            <p:cNvSpPr/>
            <p:nvPr/>
          </p:nvSpPr>
          <p:spPr>
            <a:xfrm>
              <a:off x="4677050" y="1876250"/>
              <a:ext cx="56600" cy="56575"/>
            </a:xfrm>
            <a:custGeom>
              <a:rect b="b" l="l" r="r" t="t"/>
              <a:pathLst>
                <a:path extrusionOk="0" h="2263" w="2264">
                  <a:moveTo>
                    <a:pt x="1" y="1"/>
                  </a:moveTo>
                  <a:lnTo>
                    <a:pt x="1" y="2263"/>
                  </a:lnTo>
                  <a:lnTo>
                    <a:pt x="2263" y="2263"/>
                  </a:lnTo>
                  <a:lnTo>
                    <a:pt x="226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29"/>
            <p:cNvSpPr/>
            <p:nvPr/>
          </p:nvSpPr>
          <p:spPr>
            <a:xfrm>
              <a:off x="4506800" y="1933100"/>
              <a:ext cx="283400" cy="56575"/>
            </a:xfrm>
            <a:custGeom>
              <a:rect b="b" l="l" r="r" t="t"/>
              <a:pathLst>
                <a:path extrusionOk="0" h="2263" w="11336">
                  <a:moveTo>
                    <a:pt x="1" y="1"/>
                  </a:moveTo>
                  <a:lnTo>
                    <a:pt x="1" y="2263"/>
                  </a:lnTo>
                  <a:lnTo>
                    <a:pt x="11335" y="2263"/>
                  </a:lnTo>
                  <a:lnTo>
                    <a:pt x="1133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29"/>
            <p:cNvSpPr/>
            <p:nvPr/>
          </p:nvSpPr>
          <p:spPr>
            <a:xfrm>
              <a:off x="4507100" y="1989650"/>
              <a:ext cx="56575" cy="227150"/>
            </a:xfrm>
            <a:custGeom>
              <a:rect b="b" l="l" r="r" t="t"/>
              <a:pathLst>
                <a:path extrusionOk="0" h="9086" w="2263">
                  <a:moveTo>
                    <a:pt x="0" y="1"/>
                  </a:moveTo>
                  <a:lnTo>
                    <a:pt x="0" y="9085"/>
                  </a:lnTo>
                  <a:lnTo>
                    <a:pt x="2263" y="9085"/>
                  </a:lnTo>
                  <a:lnTo>
                    <a:pt x="226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705" name="Google Shape;705;p29"/>
          <p:cNvCxnSpPr/>
          <p:nvPr/>
        </p:nvCxnSpPr>
        <p:spPr>
          <a:xfrm>
            <a:off x="2176325" y="4426175"/>
            <a:ext cx="0" cy="727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06" name="Google Shape;706;p29"/>
          <p:cNvGrpSpPr/>
          <p:nvPr/>
        </p:nvGrpSpPr>
        <p:grpSpPr>
          <a:xfrm>
            <a:off x="1617778" y="350204"/>
            <a:ext cx="728004" cy="727735"/>
            <a:chOff x="2814625" y="1652725"/>
            <a:chExt cx="2428300" cy="2427400"/>
          </a:xfrm>
        </p:grpSpPr>
        <p:sp>
          <p:nvSpPr>
            <p:cNvPr id="707" name="Google Shape;707;p29"/>
            <p:cNvSpPr/>
            <p:nvPr/>
          </p:nvSpPr>
          <p:spPr>
            <a:xfrm>
              <a:off x="3161400" y="1995900"/>
              <a:ext cx="173550" cy="173575"/>
            </a:xfrm>
            <a:custGeom>
              <a:rect b="b" l="l" r="r" t="t"/>
              <a:pathLst>
                <a:path extrusionOk="0" h="6943" w="6942">
                  <a:moveTo>
                    <a:pt x="0" y="1"/>
                  </a:moveTo>
                  <a:lnTo>
                    <a:pt x="0" y="6942"/>
                  </a:lnTo>
                  <a:lnTo>
                    <a:pt x="6942" y="6942"/>
                  </a:lnTo>
                  <a:lnTo>
                    <a:pt x="6942" y="1"/>
                  </a:lnTo>
                  <a:close/>
                </a:path>
              </a:pathLst>
            </a:custGeom>
            <a:solidFill>
              <a:srgbClr val="2A93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29"/>
            <p:cNvSpPr/>
            <p:nvPr/>
          </p:nvSpPr>
          <p:spPr>
            <a:xfrm>
              <a:off x="2988150" y="2169450"/>
              <a:ext cx="173275" cy="346800"/>
            </a:xfrm>
            <a:custGeom>
              <a:rect b="b" l="l" r="r" t="t"/>
              <a:pathLst>
                <a:path extrusionOk="0" h="13872" w="6931">
                  <a:moveTo>
                    <a:pt x="1" y="0"/>
                  </a:moveTo>
                  <a:lnTo>
                    <a:pt x="1" y="6930"/>
                  </a:lnTo>
                  <a:lnTo>
                    <a:pt x="1" y="13871"/>
                  </a:lnTo>
                  <a:lnTo>
                    <a:pt x="6930" y="13871"/>
                  </a:lnTo>
                  <a:lnTo>
                    <a:pt x="6930" y="6930"/>
                  </a:lnTo>
                  <a:lnTo>
                    <a:pt x="6930" y="0"/>
                  </a:lnTo>
                  <a:close/>
                </a:path>
              </a:pathLst>
            </a:custGeom>
            <a:solidFill>
              <a:srgbClr val="2A93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29"/>
            <p:cNvSpPr/>
            <p:nvPr/>
          </p:nvSpPr>
          <p:spPr>
            <a:xfrm>
              <a:off x="3616500" y="2175100"/>
              <a:ext cx="173875" cy="520325"/>
            </a:xfrm>
            <a:custGeom>
              <a:rect b="b" l="l" r="r" t="t"/>
              <a:pathLst>
                <a:path extrusionOk="0" h="20813" w="6955">
                  <a:moveTo>
                    <a:pt x="1" y="0"/>
                  </a:moveTo>
                  <a:lnTo>
                    <a:pt x="1" y="6942"/>
                  </a:lnTo>
                  <a:lnTo>
                    <a:pt x="1" y="13883"/>
                  </a:lnTo>
                  <a:lnTo>
                    <a:pt x="1" y="20813"/>
                  </a:lnTo>
                  <a:lnTo>
                    <a:pt x="6954" y="20813"/>
                  </a:lnTo>
                  <a:lnTo>
                    <a:pt x="6954" y="13883"/>
                  </a:lnTo>
                  <a:lnTo>
                    <a:pt x="6954" y="6942"/>
                  </a:lnTo>
                  <a:lnTo>
                    <a:pt x="6954" y="0"/>
                  </a:lnTo>
                  <a:close/>
                </a:path>
              </a:pathLst>
            </a:custGeom>
            <a:solidFill>
              <a:srgbClr val="2A93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29"/>
            <p:cNvSpPr/>
            <p:nvPr/>
          </p:nvSpPr>
          <p:spPr>
            <a:xfrm>
              <a:off x="4230875" y="2175100"/>
              <a:ext cx="173250" cy="520325"/>
            </a:xfrm>
            <a:custGeom>
              <a:rect b="b" l="l" r="r" t="t"/>
              <a:pathLst>
                <a:path extrusionOk="0" h="20813" w="6930">
                  <a:moveTo>
                    <a:pt x="0" y="0"/>
                  </a:moveTo>
                  <a:lnTo>
                    <a:pt x="0" y="6942"/>
                  </a:lnTo>
                  <a:lnTo>
                    <a:pt x="0" y="13883"/>
                  </a:lnTo>
                  <a:lnTo>
                    <a:pt x="0" y="20813"/>
                  </a:lnTo>
                  <a:lnTo>
                    <a:pt x="6930" y="20813"/>
                  </a:lnTo>
                  <a:lnTo>
                    <a:pt x="6930" y="13883"/>
                  </a:lnTo>
                  <a:lnTo>
                    <a:pt x="6930" y="6942"/>
                  </a:lnTo>
                  <a:lnTo>
                    <a:pt x="6930" y="0"/>
                  </a:lnTo>
                  <a:close/>
                </a:path>
              </a:pathLst>
            </a:custGeom>
            <a:solidFill>
              <a:srgbClr val="2A93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29"/>
            <p:cNvSpPr/>
            <p:nvPr/>
          </p:nvSpPr>
          <p:spPr>
            <a:xfrm>
              <a:off x="2814625" y="2519200"/>
              <a:ext cx="346800" cy="1040625"/>
            </a:xfrm>
            <a:custGeom>
              <a:rect b="b" l="l" r="r" t="t"/>
              <a:pathLst>
                <a:path extrusionOk="0" h="41625" w="13872">
                  <a:moveTo>
                    <a:pt x="1" y="0"/>
                  </a:moveTo>
                  <a:lnTo>
                    <a:pt x="1" y="6930"/>
                  </a:lnTo>
                  <a:lnTo>
                    <a:pt x="1" y="13871"/>
                  </a:lnTo>
                  <a:lnTo>
                    <a:pt x="1" y="20800"/>
                  </a:lnTo>
                  <a:lnTo>
                    <a:pt x="1" y="27742"/>
                  </a:lnTo>
                  <a:lnTo>
                    <a:pt x="6942" y="27742"/>
                  </a:lnTo>
                  <a:lnTo>
                    <a:pt x="6942" y="20800"/>
                  </a:lnTo>
                  <a:lnTo>
                    <a:pt x="6942" y="13871"/>
                  </a:lnTo>
                  <a:lnTo>
                    <a:pt x="6942" y="6930"/>
                  </a:lnTo>
                  <a:lnTo>
                    <a:pt x="6942" y="0"/>
                  </a:lnTo>
                  <a:close/>
                  <a:moveTo>
                    <a:pt x="6942" y="27742"/>
                  </a:moveTo>
                  <a:lnTo>
                    <a:pt x="6942" y="34671"/>
                  </a:lnTo>
                  <a:lnTo>
                    <a:pt x="6942" y="41624"/>
                  </a:lnTo>
                  <a:lnTo>
                    <a:pt x="13871" y="41624"/>
                  </a:lnTo>
                  <a:lnTo>
                    <a:pt x="13871" y="34671"/>
                  </a:lnTo>
                  <a:lnTo>
                    <a:pt x="13871" y="27742"/>
                  </a:lnTo>
                  <a:close/>
                </a:path>
              </a:pathLst>
            </a:custGeom>
            <a:solidFill>
              <a:srgbClr val="2A93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29"/>
            <p:cNvSpPr/>
            <p:nvPr/>
          </p:nvSpPr>
          <p:spPr>
            <a:xfrm>
              <a:off x="3161400" y="3559800"/>
              <a:ext cx="173550" cy="173550"/>
            </a:xfrm>
            <a:custGeom>
              <a:rect b="b" l="l" r="r" t="t"/>
              <a:pathLst>
                <a:path extrusionOk="0" h="6942" w="6942">
                  <a:moveTo>
                    <a:pt x="0" y="0"/>
                  </a:moveTo>
                  <a:lnTo>
                    <a:pt x="0" y="6942"/>
                  </a:lnTo>
                  <a:lnTo>
                    <a:pt x="6942" y="6942"/>
                  </a:lnTo>
                  <a:lnTo>
                    <a:pt x="6942" y="0"/>
                  </a:lnTo>
                  <a:close/>
                </a:path>
              </a:pathLst>
            </a:custGeom>
            <a:solidFill>
              <a:srgbClr val="2A93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29"/>
            <p:cNvSpPr/>
            <p:nvPr/>
          </p:nvSpPr>
          <p:spPr>
            <a:xfrm>
              <a:off x="3334925" y="3733325"/>
              <a:ext cx="347100" cy="173250"/>
            </a:xfrm>
            <a:custGeom>
              <a:rect b="b" l="l" r="r" t="t"/>
              <a:pathLst>
                <a:path extrusionOk="0" h="6930" w="13884">
                  <a:moveTo>
                    <a:pt x="1" y="1"/>
                  </a:moveTo>
                  <a:lnTo>
                    <a:pt x="1" y="6930"/>
                  </a:lnTo>
                  <a:lnTo>
                    <a:pt x="13883" y="6930"/>
                  </a:lnTo>
                  <a:lnTo>
                    <a:pt x="13883" y="1"/>
                  </a:lnTo>
                  <a:close/>
                </a:path>
              </a:pathLst>
            </a:custGeom>
            <a:solidFill>
              <a:srgbClr val="2A93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29"/>
            <p:cNvSpPr/>
            <p:nvPr/>
          </p:nvSpPr>
          <p:spPr>
            <a:xfrm>
              <a:off x="4375525" y="3733325"/>
              <a:ext cx="346800" cy="173250"/>
            </a:xfrm>
            <a:custGeom>
              <a:rect b="b" l="l" r="r" t="t"/>
              <a:pathLst>
                <a:path extrusionOk="0" h="6930" w="13872">
                  <a:moveTo>
                    <a:pt x="1" y="1"/>
                  </a:moveTo>
                  <a:lnTo>
                    <a:pt x="1" y="6930"/>
                  </a:lnTo>
                  <a:lnTo>
                    <a:pt x="13872" y="6930"/>
                  </a:lnTo>
                  <a:lnTo>
                    <a:pt x="13872" y="1"/>
                  </a:lnTo>
                  <a:close/>
                </a:path>
              </a:pathLst>
            </a:custGeom>
            <a:solidFill>
              <a:srgbClr val="2A93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29"/>
            <p:cNvSpPr/>
            <p:nvPr/>
          </p:nvSpPr>
          <p:spPr>
            <a:xfrm>
              <a:off x="4722300" y="3559800"/>
              <a:ext cx="173275" cy="173550"/>
            </a:xfrm>
            <a:custGeom>
              <a:rect b="b" l="l" r="r" t="t"/>
              <a:pathLst>
                <a:path extrusionOk="0" h="6942" w="6931">
                  <a:moveTo>
                    <a:pt x="1" y="0"/>
                  </a:moveTo>
                  <a:lnTo>
                    <a:pt x="1" y="6942"/>
                  </a:lnTo>
                  <a:lnTo>
                    <a:pt x="6930" y="6942"/>
                  </a:lnTo>
                  <a:lnTo>
                    <a:pt x="6930" y="0"/>
                  </a:lnTo>
                  <a:close/>
                </a:path>
              </a:pathLst>
            </a:custGeom>
            <a:solidFill>
              <a:srgbClr val="2A93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29"/>
            <p:cNvSpPr/>
            <p:nvPr/>
          </p:nvSpPr>
          <p:spPr>
            <a:xfrm>
              <a:off x="4895850" y="3212725"/>
              <a:ext cx="173550" cy="347100"/>
            </a:xfrm>
            <a:custGeom>
              <a:rect b="b" l="l" r="r" t="t"/>
              <a:pathLst>
                <a:path extrusionOk="0" h="13884" w="6942">
                  <a:moveTo>
                    <a:pt x="0" y="1"/>
                  </a:moveTo>
                  <a:lnTo>
                    <a:pt x="0" y="6954"/>
                  </a:lnTo>
                  <a:lnTo>
                    <a:pt x="0" y="13883"/>
                  </a:lnTo>
                  <a:lnTo>
                    <a:pt x="6941" y="13883"/>
                  </a:lnTo>
                  <a:lnTo>
                    <a:pt x="6941" y="6954"/>
                  </a:lnTo>
                  <a:lnTo>
                    <a:pt x="6941" y="1"/>
                  </a:lnTo>
                  <a:close/>
                </a:path>
              </a:pathLst>
            </a:custGeom>
            <a:solidFill>
              <a:srgbClr val="2A93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29"/>
            <p:cNvSpPr/>
            <p:nvPr/>
          </p:nvSpPr>
          <p:spPr>
            <a:xfrm>
              <a:off x="5069375" y="2519200"/>
              <a:ext cx="173550" cy="693550"/>
            </a:xfrm>
            <a:custGeom>
              <a:rect b="b" l="l" r="r" t="t"/>
              <a:pathLst>
                <a:path extrusionOk="0" h="27742" w="6942">
                  <a:moveTo>
                    <a:pt x="0" y="0"/>
                  </a:moveTo>
                  <a:lnTo>
                    <a:pt x="0" y="6930"/>
                  </a:lnTo>
                  <a:lnTo>
                    <a:pt x="0" y="13871"/>
                  </a:lnTo>
                  <a:lnTo>
                    <a:pt x="0" y="20800"/>
                  </a:lnTo>
                  <a:lnTo>
                    <a:pt x="0" y="27742"/>
                  </a:lnTo>
                  <a:lnTo>
                    <a:pt x="6942" y="27742"/>
                  </a:lnTo>
                  <a:lnTo>
                    <a:pt x="6942" y="20800"/>
                  </a:lnTo>
                  <a:lnTo>
                    <a:pt x="6942" y="13871"/>
                  </a:lnTo>
                  <a:lnTo>
                    <a:pt x="6942" y="6930"/>
                  </a:lnTo>
                  <a:lnTo>
                    <a:pt x="6942" y="0"/>
                  </a:lnTo>
                  <a:close/>
                </a:path>
              </a:pathLst>
            </a:custGeom>
            <a:solidFill>
              <a:srgbClr val="2A93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29"/>
            <p:cNvSpPr/>
            <p:nvPr/>
          </p:nvSpPr>
          <p:spPr>
            <a:xfrm>
              <a:off x="4895850" y="2172425"/>
              <a:ext cx="173550" cy="346800"/>
            </a:xfrm>
            <a:custGeom>
              <a:rect b="b" l="l" r="r" t="t"/>
              <a:pathLst>
                <a:path extrusionOk="0" h="13872" w="6942">
                  <a:moveTo>
                    <a:pt x="0" y="0"/>
                  </a:moveTo>
                  <a:lnTo>
                    <a:pt x="0" y="6930"/>
                  </a:lnTo>
                  <a:lnTo>
                    <a:pt x="0" y="13871"/>
                  </a:lnTo>
                  <a:lnTo>
                    <a:pt x="6941" y="13871"/>
                  </a:lnTo>
                  <a:lnTo>
                    <a:pt x="6941" y="6930"/>
                  </a:lnTo>
                  <a:lnTo>
                    <a:pt x="6941" y="0"/>
                  </a:lnTo>
                  <a:close/>
                </a:path>
              </a:pathLst>
            </a:custGeom>
            <a:solidFill>
              <a:srgbClr val="2A93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29"/>
            <p:cNvSpPr/>
            <p:nvPr/>
          </p:nvSpPr>
          <p:spPr>
            <a:xfrm>
              <a:off x="4722300" y="1998875"/>
              <a:ext cx="173275" cy="173575"/>
            </a:xfrm>
            <a:custGeom>
              <a:rect b="b" l="l" r="r" t="t"/>
              <a:pathLst>
                <a:path extrusionOk="0" h="6943" w="6931">
                  <a:moveTo>
                    <a:pt x="1" y="1"/>
                  </a:moveTo>
                  <a:lnTo>
                    <a:pt x="1" y="6942"/>
                  </a:lnTo>
                  <a:lnTo>
                    <a:pt x="6930" y="6942"/>
                  </a:lnTo>
                  <a:lnTo>
                    <a:pt x="6930" y="1"/>
                  </a:lnTo>
                  <a:close/>
                </a:path>
              </a:pathLst>
            </a:custGeom>
            <a:solidFill>
              <a:srgbClr val="2A93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29"/>
            <p:cNvSpPr/>
            <p:nvPr/>
          </p:nvSpPr>
          <p:spPr>
            <a:xfrm>
              <a:off x="3334925" y="1652725"/>
              <a:ext cx="1387400" cy="346175"/>
            </a:xfrm>
            <a:custGeom>
              <a:rect b="b" l="l" r="r" t="t"/>
              <a:pathLst>
                <a:path extrusionOk="0" h="13847" w="55496">
                  <a:moveTo>
                    <a:pt x="6954" y="0"/>
                  </a:moveTo>
                  <a:lnTo>
                    <a:pt x="6954" y="6799"/>
                  </a:lnTo>
                  <a:lnTo>
                    <a:pt x="1" y="6799"/>
                  </a:lnTo>
                  <a:lnTo>
                    <a:pt x="1" y="13728"/>
                  </a:lnTo>
                  <a:lnTo>
                    <a:pt x="6954" y="13728"/>
                  </a:lnTo>
                  <a:lnTo>
                    <a:pt x="6954" y="6929"/>
                  </a:lnTo>
                  <a:lnTo>
                    <a:pt x="48554" y="6929"/>
                  </a:lnTo>
                  <a:lnTo>
                    <a:pt x="48554" y="13847"/>
                  </a:lnTo>
                  <a:lnTo>
                    <a:pt x="55496" y="13847"/>
                  </a:lnTo>
                  <a:lnTo>
                    <a:pt x="55496" y="6918"/>
                  </a:lnTo>
                  <a:lnTo>
                    <a:pt x="48554" y="6918"/>
                  </a:lnTo>
                  <a:lnTo>
                    <a:pt x="48554" y="0"/>
                  </a:lnTo>
                  <a:close/>
                </a:path>
              </a:pathLst>
            </a:custGeom>
            <a:solidFill>
              <a:srgbClr val="2A93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29"/>
            <p:cNvSpPr/>
            <p:nvPr/>
          </p:nvSpPr>
          <p:spPr>
            <a:xfrm>
              <a:off x="3682000" y="3906550"/>
              <a:ext cx="693550" cy="173575"/>
            </a:xfrm>
            <a:custGeom>
              <a:rect b="b" l="l" r="r" t="t"/>
              <a:pathLst>
                <a:path extrusionOk="0" h="6943" w="27742">
                  <a:moveTo>
                    <a:pt x="0" y="1"/>
                  </a:moveTo>
                  <a:lnTo>
                    <a:pt x="0" y="6942"/>
                  </a:lnTo>
                  <a:lnTo>
                    <a:pt x="27742" y="6942"/>
                  </a:lnTo>
                  <a:lnTo>
                    <a:pt x="27742" y="1"/>
                  </a:lnTo>
                  <a:close/>
                </a:path>
              </a:pathLst>
            </a:custGeom>
            <a:solidFill>
              <a:srgbClr val="2A93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29"/>
            <p:cNvSpPr/>
            <p:nvPr/>
          </p:nvSpPr>
          <p:spPr>
            <a:xfrm>
              <a:off x="3682000" y="3186225"/>
              <a:ext cx="693550" cy="173575"/>
            </a:xfrm>
            <a:custGeom>
              <a:rect b="b" l="l" r="r" t="t"/>
              <a:pathLst>
                <a:path extrusionOk="0" h="6943" w="27742">
                  <a:moveTo>
                    <a:pt x="0" y="1"/>
                  </a:moveTo>
                  <a:lnTo>
                    <a:pt x="0" y="6942"/>
                  </a:lnTo>
                  <a:lnTo>
                    <a:pt x="27742" y="6942"/>
                  </a:lnTo>
                  <a:lnTo>
                    <a:pt x="27742" y="1"/>
                  </a:lnTo>
                  <a:close/>
                </a:path>
              </a:pathLst>
            </a:custGeom>
            <a:solidFill>
              <a:srgbClr val="2A93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29"/>
            <p:cNvSpPr/>
            <p:nvPr/>
          </p:nvSpPr>
          <p:spPr>
            <a:xfrm>
              <a:off x="4375525" y="3013000"/>
              <a:ext cx="173275" cy="173250"/>
            </a:xfrm>
            <a:custGeom>
              <a:rect b="b" l="l" r="r" t="t"/>
              <a:pathLst>
                <a:path extrusionOk="0" h="6930" w="6931">
                  <a:moveTo>
                    <a:pt x="1" y="1"/>
                  </a:moveTo>
                  <a:lnTo>
                    <a:pt x="1" y="6930"/>
                  </a:lnTo>
                  <a:lnTo>
                    <a:pt x="6930" y="6930"/>
                  </a:lnTo>
                  <a:lnTo>
                    <a:pt x="6930" y="1"/>
                  </a:lnTo>
                  <a:close/>
                </a:path>
              </a:pathLst>
            </a:custGeom>
            <a:solidFill>
              <a:srgbClr val="2A93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29"/>
            <p:cNvSpPr/>
            <p:nvPr/>
          </p:nvSpPr>
          <p:spPr>
            <a:xfrm>
              <a:off x="3508750" y="3013000"/>
              <a:ext cx="173275" cy="173250"/>
            </a:xfrm>
            <a:custGeom>
              <a:rect b="b" l="l" r="r" t="t"/>
              <a:pathLst>
                <a:path extrusionOk="0" h="6930" w="6931">
                  <a:moveTo>
                    <a:pt x="1" y="1"/>
                  </a:moveTo>
                  <a:lnTo>
                    <a:pt x="1" y="6930"/>
                  </a:lnTo>
                  <a:lnTo>
                    <a:pt x="6930" y="6930"/>
                  </a:lnTo>
                  <a:lnTo>
                    <a:pt x="6930" y="1"/>
                  </a:lnTo>
                  <a:close/>
                </a:path>
              </a:pathLst>
            </a:custGeom>
            <a:solidFill>
              <a:srgbClr val="2A93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descr="Team 7 ate 9 team logo. Pixelated, retro style monsters in the shape of the numbers 7, 8, and 9. 7 monster is eating 9, 8 is shook." id="725" name="Google Shape;725;p29" title="Team789Logo.png"/>
          <p:cNvPicPr preferRelativeResize="0"/>
          <p:nvPr/>
        </p:nvPicPr>
        <p:blipFill rotWithShape="1">
          <a:blip r:embed="rId3">
            <a:alphaModFix/>
          </a:blip>
          <a:srcRect b="18960" l="23699" r="23355" t="8786"/>
          <a:stretch/>
        </p:blipFill>
        <p:spPr>
          <a:xfrm>
            <a:off x="3829000" y="207675"/>
            <a:ext cx="1552800" cy="1411500"/>
          </a:xfrm>
          <a:prstGeom prst="flowChartAlternateProcess">
            <a:avLst/>
          </a:prstGeom>
          <a:noFill/>
          <a:ln cap="flat" cmpd="sng" w="19050">
            <a:solidFill>
              <a:srgbClr val="FF0000"/>
            </a:solidFill>
            <a:prstDash val="dot"/>
            <a:round/>
            <a:headEnd len="sm" w="sm" type="none"/>
            <a:tailEnd len="sm" w="sm" type="none"/>
          </a:ln>
          <a:effectLst>
            <a:outerShdw blurRad="128588" rotWithShape="0" algn="bl" dir="5400000" dist="57150">
              <a:srgbClr val="FF0000">
                <a:alpha val="6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0" name="Google Shape;730;p30"/>
          <p:cNvGrpSpPr/>
          <p:nvPr/>
        </p:nvGrpSpPr>
        <p:grpSpPr>
          <a:xfrm flipH="1" rot="10800000">
            <a:off x="703550" y="3419658"/>
            <a:ext cx="238275" cy="1723842"/>
            <a:chOff x="474950" y="-375"/>
            <a:chExt cx="238275" cy="940500"/>
          </a:xfrm>
        </p:grpSpPr>
        <p:cxnSp>
          <p:nvCxnSpPr>
            <p:cNvPr id="731" name="Google Shape;731;p30"/>
            <p:cNvCxnSpPr/>
            <p:nvPr/>
          </p:nvCxnSpPr>
          <p:spPr>
            <a:xfrm>
              <a:off x="474950" y="-375"/>
              <a:ext cx="0" cy="9405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2" name="Google Shape;732;p30"/>
            <p:cNvCxnSpPr/>
            <p:nvPr/>
          </p:nvCxnSpPr>
          <p:spPr>
            <a:xfrm>
              <a:off x="713225" y="-375"/>
              <a:ext cx="0" cy="40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733" name="Google Shape;733;p30"/>
          <p:cNvSpPr/>
          <p:nvPr/>
        </p:nvSpPr>
        <p:spPr>
          <a:xfrm>
            <a:off x="408600" y="2774549"/>
            <a:ext cx="609257" cy="554057"/>
          </a:xfrm>
          <a:custGeom>
            <a:rect b="b" l="l" r="r" t="t"/>
            <a:pathLst>
              <a:path extrusionOk="0" h="42538" w="46767">
                <a:moveTo>
                  <a:pt x="8494" y="1"/>
                </a:moveTo>
                <a:lnTo>
                  <a:pt x="8494" y="4247"/>
                </a:lnTo>
                <a:lnTo>
                  <a:pt x="4230" y="4247"/>
                </a:lnTo>
                <a:lnTo>
                  <a:pt x="4230" y="8512"/>
                </a:lnTo>
                <a:lnTo>
                  <a:pt x="1" y="8512"/>
                </a:lnTo>
                <a:lnTo>
                  <a:pt x="1" y="12758"/>
                </a:lnTo>
                <a:lnTo>
                  <a:pt x="1" y="17022"/>
                </a:lnTo>
                <a:lnTo>
                  <a:pt x="1" y="21269"/>
                </a:lnTo>
                <a:lnTo>
                  <a:pt x="4230" y="21269"/>
                </a:lnTo>
                <a:lnTo>
                  <a:pt x="4230" y="25516"/>
                </a:lnTo>
                <a:lnTo>
                  <a:pt x="8494" y="25516"/>
                </a:lnTo>
                <a:lnTo>
                  <a:pt x="8494" y="29780"/>
                </a:lnTo>
                <a:lnTo>
                  <a:pt x="12758" y="29780"/>
                </a:lnTo>
                <a:lnTo>
                  <a:pt x="12758" y="34027"/>
                </a:lnTo>
                <a:lnTo>
                  <a:pt x="16987" y="34027"/>
                </a:lnTo>
                <a:lnTo>
                  <a:pt x="16987" y="38273"/>
                </a:lnTo>
                <a:lnTo>
                  <a:pt x="21252" y="38273"/>
                </a:lnTo>
                <a:lnTo>
                  <a:pt x="21252" y="42537"/>
                </a:lnTo>
                <a:lnTo>
                  <a:pt x="25516" y="42537"/>
                </a:lnTo>
                <a:lnTo>
                  <a:pt x="25516" y="38273"/>
                </a:lnTo>
                <a:lnTo>
                  <a:pt x="29745" y="38273"/>
                </a:lnTo>
                <a:lnTo>
                  <a:pt x="29745" y="34027"/>
                </a:lnTo>
                <a:lnTo>
                  <a:pt x="34009" y="34027"/>
                </a:lnTo>
                <a:lnTo>
                  <a:pt x="34009" y="29780"/>
                </a:lnTo>
                <a:lnTo>
                  <a:pt x="38273" y="29780"/>
                </a:lnTo>
                <a:lnTo>
                  <a:pt x="38273" y="25516"/>
                </a:lnTo>
                <a:lnTo>
                  <a:pt x="42520" y="25516"/>
                </a:lnTo>
                <a:lnTo>
                  <a:pt x="42520" y="21269"/>
                </a:lnTo>
                <a:lnTo>
                  <a:pt x="46767" y="21269"/>
                </a:lnTo>
                <a:lnTo>
                  <a:pt x="46767" y="17022"/>
                </a:lnTo>
                <a:lnTo>
                  <a:pt x="46767" y="12758"/>
                </a:lnTo>
                <a:lnTo>
                  <a:pt x="46767" y="8512"/>
                </a:lnTo>
                <a:lnTo>
                  <a:pt x="42520" y="8512"/>
                </a:lnTo>
                <a:lnTo>
                  <a:pt x="42520" y="4247"/>
                </a:lnTo>
                <a:lnTo>
                  <a:pt x="38273" y="4247"/>
                </a:lnTo>
                <a:lnTo>
                  <a:pt x="38273" y="1"/>
                </a:lnTo>
                <a:lnTo>
                  <a:pt x="29745" y="1"/>
                </a:lnTo>
                <a:lnTo>
                  <a:pt x="29745" y="4247"/>
                </a:lnTo>
                <a:lnTo>
                  <a:pt x="25516" y="4247"/>
                </a:lnTo>
                <a:lnTo>
                  <a:pt x="25516" y="8512"/>
                </a:lnTo>
                <a:lnTo>
                  <a:pt x="21252" y="8512"/>
                </a:lnTo>
                <a:lnTo>
                  <a:pt x="21252" y="4247"/>
                </a:lnTo>
                <a:lnTo>
                  <a:pt x="16987" y="4247"/>
                </a:lnTo>
                <a:lnTo>
                  <a:pt x="16987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34" name="Google Shape;734;p30"/>
          <p:cNvGrpSpPr/>
          <p:nvPr/>
        </p:nvGrpSpPr>
        <p:grpSpPr>
          <a:xfrm>
            <a:off x="8180049" y="1312243"/>
            <a:ext cx="651756" cy="651514"/>
            <a:chOff x="2814625" y="1652725"/>
            <a:chExt cx="2428300" cy="2427400"/>
          </a:xfrm>
        </p:grpSpPr>
        <p:sp>
          <p:nvSpPr>
            <p:cNvPr id="735" name="Google Shape;735;p30"/>
            <p:cNvSpPr/>
            <p:nvPr/>
          </p:nvSpPr>
          <p:spPr>
            <a:xfrm>
              <a:off x="3161400" y="1995900"/>
              <a:ext cx="173550" cy="173575"/>
            </a:xfrm>
            <a:custGeom>
              <a:rect b="b" l="l" r="r" t="t"/>
              <a:pathLst>
                <a:path extrusionOk="0" h="6943" w="6942">
                  <a:moveTo>
                    <a:pt x="0" y="1"/>
                  </a:moveTo>
                  <a:lnTo>
                    <a:pt x="0" y="6942"/>
                  </a:lnTo>
                  <a:lnTo>
                    <a:pt x="6942" y="6942"/>
                  </a:lnTo>
                  <a:lnTo>
                    <a:pt x="694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30"/>
            <p:cNvSpPr/>
            <p:nvPr/>
          </p:nvSpPr>
          <p:spPr>
            <a:xfrm>
              <a:off x="2988150" y="2169450"/>
              <a:ext cx="173275" cy="346800"/>
            </a:xfrm>
            <a:custGeom>
              <a:rect b="b" l="l" r="r" t="t"/>
              <a:pathLst>
                <a:path extrusionOk="0" h="13872" w="6931">
                  <a:moveTo>
                    <a:pt x="1" y="0"/>
                  </a:moveTo>
                  <a:lnTo>
                    <a:pt x="1" y="6930"/>
                  </a:lnTo>
                  <a:lnTo>
                    <a:pt x="1" y="13871"/>
                  </a:lnTo>
                  <a:lnTo>
                    <a:pt x="6930" y="13871"/>
                  </a:lnTo>
                  <a:lnTo>
                    <a:pt x="6930" y="6930"/>
                  </a:lnTo>
                  <a:lnTo>
                    <a:pt x="693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30"/>
            <p:cNvSpPr/>
            <p:nvPr/>
          </p:nvSpPr>
          <p:spPr>
            <a:xfrm>
              <a:off x="3616500" y="2175100"/>
              <a:ext cx="173875" cy="520325"/>
            </a:xfrm>
            <a:custGeom>
              <a:rect b="b" l="l" r="r" t="t"/>
              <a:pathLst>
                <a:path extrusionOk="0" h="20813" w="6955">
                  <a:moveTo>
                    <a:pt x="1" y="0"/>
                  </a:moveTo>
                  <a:lnTo>
                    <a:pt x="1" y="6942"/>
                  </a:lnTo>
                  <a:lnTo>
                    <a:pt x="1" y="13883"/>
                  </a:lnTo>
                  <a:lnTo>
                    <a:pt x="1" y="20813"/>
                  </a:lnTo>
                  <a:lnTo>
                    <a:pt x="6954" y="20813"/>
                  </a:lnTo>
                  <a:lnTo>
                    <a:pt x="6954" y="13883"/>
                  </a:lnTo>
                  <a:lnTo>
                    <a:pt x="6954" y="6942"/>
                  </a:lnTo>
                  <a:lnTo>
                    <a:pt x="695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30"/>
            <p:cNvSpPr/>
            <p:nvPr/>
          </p:nvSpPr>
          <p:spPr>
            <a:xfrm>
              <a:off x="4230875" y="2175100"/>
              <a:ext cx="173250" cy="520325"/>
            </a:xfrm>
            <a:custGeom>
              <a:rect b="b" l="l" r="r" t="t"/>
              <a:pathLst>
                <a:path extrusionOk="0" h="20813" w="6930">
                  <a:moveTo>
                    <a:pt x="0" y="0"/>
                  </a:moveTo>
                  <a:lnTo>
                    <a:pt x="0" y="6942"/>
                  </a:lnTo>
                  <a:lnTo>
                    <a:pt x="0" y="13883"/>
                  </a:lnTo>
                  <a:lnTo>
                    <a:pt x="0" y="20813"/>
                  </a:lnTo>
                  <a:lnTo>
                    <a:pt x="6930" y="20813"/>
                  </a:lnTo>
                  <a:lnTo>
                    <a:pt x="6930" y="13883"/>
                  </a:lnTo>
                  <a:lnTo>
                    <a:pt x="6930" y="6942"/>
                  </a:lnTo>
                  <a:lnTo>
                    <a:pt x="693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30"/>
            <p:cNvSpPr/>
            <p:nvPr/>
          </p:nvSpPr>
          <p:spPr>
            <a:xfrm>
              <a:off x="2814625" y="2519200"/>
              <a:ext cx="346800" cy="1040625"/>
            </a:xfrm>
            <a:custGeom>
              <a:rect b="b" l="l" r="r" t="t"/>
              <a:pathLst>
                <a:path extrusionOk="0" h="41625" w="13872">
                  <a:moveTo>
                    <a:pt x="1" y="0"/>
                  </a:moveTo>
                  <a:lnTo>
                    <a:pt x="1" y="6930"/>
                  </a:lnTo>
                  <a:lnTo>
                    <a:pt x="1" y="13871"/>
                  </a:lnTo>
                  <a:lnTo>
                    <a:pt x="1" y="20800"/>
                  </a:lnTo>
                  <a:lnTo>
                    <a:pt x="1" y="27742"/>
                  </a:lnTo>
                  <a:lnTo>
                    <a:pt x="6942" y="27742"/>
                  </a:lnTo>
                  <a:lnTo>
                    <a:pt x="6942" y="20800"/>
                  </a:lnTo>
                  <a:lnTo>
                    <a:pt x="6942" y="13871"/>
                  </a:lnTo>
                  <a:lnTo>
                    <a:pt x="6942" y="6930"/>
                  </a:lnTo>
                  <a:lnTo>
                    <a:pt x="6942" y="0"/>
                  </a:lnTo>
                  <a:close/>
                  <a:moveTo>
                    <a:pt x="6942" y="27742"/>
                  </a:moveTo>
                  <a:lnTo>
                    <a:pt x="6942" y="34671"/>
                  </a:lnTo>
                  <a:lnTo>
                    <a:pt x="6942" y="41624"/>
                  </a:lnTo>
                  <a:lnTo>
                    <a:pt x="13871" y="41624"/>
                  </a:lnTo>
                  <a:lnTo>
                    <a:pt x="13871" y="34671"/>
                  </a:lnTo>
                  <a:lnTo>
                    <a:pt x="13871" y="2774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30"/>
            <p:cNvSpPr/>
            <p:nvPr/>
          </p:nvSpPr>
          <p:spPr>
            <a:xfrm>
              <a:off x="3161400" y="3559800"/>
              <a:ext cx="173550" cy="173550"/>
            </a:xfrm>
            <a:custGeom>
              <a:rect b="b" l="l" r="r" t="t"/>
              <a:pathLst>
                <a:path extrusionOk="0" h="6942" w="6942">
                  <a:moveTo>
                    <a:pt x="0" y="0"/>
                  </a:moveTo>
                  <a:lnTo>
                    <a:pt x="0" y="6942"/>
                  </a:lnTo>
                  <a:lnTo>
                    <a:pt x="6942" y="6942"/>
                  </a:lnTo>
                  <a:lnTo>
                    <a:pt x="694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30"/>
            <p:cNvSpPr/>
            <p:nvPr/>
          </p:nvSpPr>
          <p:spPr>
            <a:xfrm>
              <a:off x="3334925" y="3733325"/>
              <a:ext cx="347100" cy="173250"/>
            </a:xfrm>
            <a:custGeom>
              <a:rect b="b" l="l" r="r" t="t"/>
              <a:pathLst>
                <a:path extrusionOk="0" h="6930" w="13884">
                  <a:moveTo>
                    <a:pt x="1" y="1"/>
                  </a:moveTo>
                  <a:lnTo>
                    <a:pt x="1" y="6930"/>
                  </a:lnTo>
                  <a:lnTo>
                    <a:pt x="13883" y="6930"/>
                  </a:lnTo>
                  <a:lnTo>
                    <a:pt x="1388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30"/>
            <p:cNvSpPr/>
            <p:nvPr/>
          </p:nvSpPr>
          <p:spPr>
            <a:xfrm>
              <a:off x="4375525" y="3733325"/>
              <a:ext cx="346800" cy="173250"/>
            </a:xfrm>
            <a:custGeom>
              <a:rect b="b" l="l" r="r" t="t"/>
              <a:pathLst>
                <a:path extrusionOk="0" h="6930" w="13872">
                  <a:moveTo>
                    <a:pt x="1" y="1"/>
                  </a:moveTo>
                  <a:lnTo>
                    <a:pt x="1" y="6930"/>
                  </a:lnTo>
                  <a:lnTo>
                    <a:pt x="13872" y="6930"/>
                  </a:lnTo>
                  <a:lnTo>
                    <a:pt x="1387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30"/>
            <p:cNvSpPr/>
            <p:nvPr/>
          </p:nvSpPr>
          <p:spPr>
            <a:xfrm>
              <a:off x="4722300" y="3559800"/>
              <a:ext cx="173275" cy="173550"/>
            </a:xfrm>
            <a:custGeom>
              <a:rect b="b" l="l" r="r" t="t"/>
              <a:pathLst>
                <a:path extrusionOk="0" h="6942" w="6931">
                  <a:moveTo>
                    <a:pt x="1" y="0"/>
                  </a:moveTo>
                  <a:lnTo>
                    <a:pt x="1" y="6942"/>
                  </a:lnTo>
                  <a:lnTo>
                    <a:pt x="6930" y="6942"/>
                  </a:lnTo>
                  <a:lnTo>
                    <a:pt x="693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30"/>
            <p:cNvSpPr/>
            <p:nvPr/>
          </p:nvSpPr>
          <p:spPr>
            <a:xfrm>
              <a:off x="4895850" y="3212725"/>
              <a:ext cx="173550" cy="347100"/>
            </a:xfrm>
            <a:custGeom>
              <a:rect b="b" l="l" r="r" t="t"/>
              <a:pathLst>
                <a:path extrusionOk="0" h="13884" w="6942">
                  <a:moveTo>
                    <a:pt x="0" y="1"/>
                  </a:moveTo>
                  <a:lnTo>
                    <a:pt x="0" y="6954"/>
                  </a:lnTo>
                  <a:lnTo>
                    <a:pt x="0" y="13883"/>
                  </a:lnTo>
                  <a:lnTo>
                    <a:pt x="6941" y="13883"/>
                  </a:lnTo>
                  <a:lnTo>
                    <a:pt x="6941" y="6954"/>
                  </a:lnTo>
                  <a:lnTo>
                    <a:pt x="694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30"/>
            <p:cNvSpPr/>
            <p:nvPr/>
          </p:nvSpPr>
          <p:spPr>
            <a:xfrm>
              <a:off x="5069375" y="2519200"/>
              <a:ext cx="173550" cy="693550"/>
            </a:xfrm>
            <a:custGeom>
              <a:rect b="b" l="l" r="r" t="t"/>
              <a:pathLst>
                <a:path extrusionOk="0" h="27742" w="6942">
                  <a:moveTo>
                    <a:pt x="0" y="0"/>
                  </a:moveTo>
                  <a:lnTo>
                    <a:pt x="0" y="6930"/>
                  </a:lnTo>
                  <a:lnTo>
                    <a:pt x="0" y="13871"/>
                  </a:lnTo>
                  <a:lnTo>
                    <a:pt x="0" y="20800"/>
                  </a:lnTo>
                  <a:lnTo>
                    <a:pt x="0" y="27742"/>
                  </a:lnTo>
                  <a:lnTo>
                    <a:pt x="6942" y="27742"/>
                  </a:lnTo>
                  <a:lnTo>
                    <a:pt x="6942" y="20800"/>
                  </a:lnTo>
                  <a:lnTo>
                    <a:pt x="6942" y="13871"/>
                  </a:lnTo>
                  <a:lnTo>
                    <a:pt x="6942" y="6930"/>
                  </a:lnTo>
                  <a:lnTo>
                    <a:pt x="694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30"/>
            <p:cNvSpPr/>
            <p:nvPr/>
          </p:nvSpPr>
          <p:spPr>
            <a:xfrm>
              <a:off x="4895850" y="2172425"/>
              <a:ext cx="173550" cy="346800"/>
            </a:xfrm>
            <a:custGeom>
              <a:rect b="b" l="l" r="r" t="t"/>
              <a:pathLst>
                <a:path extrusionOk="0" h="13872" w="6942">
                  <a:moveTo>
                    <a:pt x="0" y="0"/>
                  </a:moveTo>
                  <a:lnTo>
                    <a:pt x="0" y="6930"/>
                  </a:lnTo>
                  <a:lnTo>
                    <a:pt x="0" y="13871"/>
                  </a:lnTo>
                  <a:lnTo>
                    <a:pt x="6941" y="13871"/>
                  </a:lnTo>
                  <a:lnTo>
                    <a:pt x="6941" y="6930"/>
                  </a:lnTo>
                  <a:lnTo>
                    <a:pt x="694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30"/>
            <p:cNvSpPr/>
            <p:nvPr/>
          </p:nvSpPr>
          <p:spPr>
            <a:xfrm>
              <a:off x="4722300" y="1998875"/>
              <a:ext cx="173275" cy="173575"/>
            </a:xfrm>
            <a:custGeom>
              <a:rect b="b" l="l" r="r" t="t"/>
              <a:pathLst>
                <a:path extrusionOk="0" h="6943" w="6931">
                  <a:moveTo>
                    <a:pt x="1" y="1"/>
                  </a:moveTo>
                  <a:lnTo>
                    <a:pt x="1" y="6942"/>
                  </a:lnTo>
                  <a:lnTo>
                    <a:pt x="6930" y="6942"/>
                  </a:lnTo>
                  <a:lnTo>
                    <a:pt x="693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30"/>
            <p:cNvSpPr/>
            <p:nvPr/>
          </p:nvSpPr>
          <p:spPr>
            <a:xfrm>
              <a:off x="3334925" y="1652725"/>
              <a:ext cx="1387400" cy="346175"/>
            </a:xfrm>
            <a:custGeom>
              <a:rect b="b" l="l" r="r" t="t"/>
              <a:pathLst>
                <a:path extrusionOk="0" h="13847" w="55496">
                  <a:moveTo>
                    <a:pt x="6954" y="0"/>
                  </a:moveTo>
                  <a:lnTo>
                    <a:pt x="6954" y="6799"/>
                  </a:lnTo>
                  <a:lnTo>
                    <a:pt x="1" y="6799"/>
                  </a:lnTo>
                  <a:lnTo>
                    <a:pt x="1" y="13728"/>
                  </a:lnTo>
                  <a:lnTo>
                    <a:pt x="6954" y="13728"/>
                  </a:lnTo>
                  <a:lnTo>
                    <a:pt x="6954" y="6929"/>
                  </a:lnTo>
                  <a:lnTo>
                    <a:pt x="48554" y="6929"/>
                  </a:lnTo>
                  <a:lnTo>
                    <a:pt x="48554" y="13847"/>
                  </a:lnTo>
                  <a:lnTo>
                    <a:pt x="55496" y="13847"/>
                  </a:lnTo>
                  <a:lnTo>
                    <a:pt x="55496" y="6918"/>
                  </a:lnTo>
                  <a:lnTo>
                    <a:pt x="48554" y="6918"/>
                  </a:lnTo>
                  <a:lnTo>
                    <a:pt x="4855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30"/>
            <p:cNvSpPr/>
            <p:nvPr/>
          </p:nvSpPr>
          <p:spPr>
            <a:xfrm>
              <a:off x="3682000" y="3906550"/>
              <a:ext cx="693550" cy="173575"/>
            </a:xfrm>
            <a:custGeom>
              <a:rect b="b" l="l" r="r" t="t"/>
              <a:pathLst>
                <a:path extrusionOk="0" h="6943" w="27742">
                  <a:moveTo>
                    <a:pt x="0" y="1"/>
                  </a:moveTo>
                  <a:lnTo>
                    <a:pt x="0" y="6942"/>
                  </a:lnTo>
                  <a:lnTo>
                    <a:pt x="27742" y="6942"/>
                  </a:lnTo>
                  <a:lnTo>
                    <a:pt x="2774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30"/>
            <p:cNvSpPr/>
            <p:nvPr/>
          </p:nvSpPr>
          <p:spPr>
            <a:xfrm>
              <a:off x="3682000" y="3186225"/>
              <a:ext cx="693550" cy="173575"/>
            </a:xfrm>
            <a:custGeom>
              <a:rect b="b" l="l" r="r" t="t"/>
              <a:pathLst>
                <a:path extrusionOk="0" h="6943" w="27742">
                  <a:moveTo>
                    <a:pt x="0" y="1"/>
                  </a:moveTo>
                  <a:lnTo>
                    <a:pt x="0" y="6942"/>
                  </a:lnTo>
                  <a:lnTo>
                    <a:pt x="27742" y="6942"/>
                  </a:lnTo>
                  <a:lnTo>
                    <a:pt x="2774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30"/>
            <p:cNvSpPr/>
            <p:nvPr/>
          </p:nvSpPr>
          <p:spPr>
            <a:xfrm>
              <a:off x="4375525" y="3013000"/>
              <a:ext cx="173275" cy="173250"/>
            </a:xfrm>
            <a:custGeom>
              <a:rect b="b" l="l" r="r" t="t"/>
              <a:pathLst>
                <a:path extrusionOk="0" h="6930" w="6931">
                  <a:moveTo>
                    <a:pt x="1" y="1"/>
                  </a:moveTo>
                  <a:lnTo>
                    <a:pt x="1" y="6930"/>
                  </a:lnTo>
                  <a:lnTo>
                    <a:pt x="6930" y="6930"/>
                  </a:lnTo>
                  <a:lnTo>
                    <a:pt x="693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30"/>
            <p:cNvSpPr/>
            <p:nvPr/>
          </p:nvSpPr>
          <p:spPr>
            <a:xfrm>
              <a:off x="3508750" y="3013000"/>
              <a:ext cx="173275" cy="173250"/>
            </a:xfrm>
            <a:custGeom>
              <a:rect b="b" l="l" r="r" t="t"/>
              <a:pathLst>
                <a:path extrusionOk="0" h="6930" w="6931">
                  <a:moveTo>
                    <a:pt x="1" y="1"/>
                  </a:moveTo>
                  <a:lnTo>
                    <a:pt x="1" y="6930"/>
                  </a:lnTo>
                  <a:lnTo>
                    <a:pt x="6930" y="6930"/>
                  </a:lnTo>
                  <a:lnTo>
                    <a:pt x="693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753" name="Google Shape;753;p30"/>
          <p:cNvCxnSpPr/>
          <p:nvPr/>
        </p:nvCxnSpPr>
        <p:spPr>
          <a:xfrm>
            <a:off x="7750050" y="3994600"/>
            <a:ext cx="0" cy="1149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54" name="Google Shape;754;p30"/>
          <p:cNvGrpSpPr/>
          <p:nvPr/>
        </p:nvGrpSpPr>
        <p:grpSpPr>
          <a:xfrm flipH="1">
            <a:off x="7810746" y="522220"/>
            <a:ext cx="369304" cy="554077"/>
            <a:chOff x="3119125" y="3168075"/>
            <a:chExt cx="419425" cy="629275"/>
          </a:xfrm>
        </p:grpSpPr>
        <p:sp>
          <p:nvSpPr>
            <p:cNvPr id="755" name="Google Shape;755;p30"/>
            <p:cNvSpPr/>
            <p:nvPr/>
          </p:nvSpPr>
          <p:spPr>
            <a:xfrm>
              <a:off x="3119125" y="3168075"/>
              <a:ext cx="419425" cy="629275"/>
            </a:xfrm>
            <a:custGeom>
              <a:rect b="b" l="l" r="r" t="t"/>
              <a:pathLst>
                <a:path extrusionOk="0" h="25171" w="16777">
                  <a:moveTo>
                    <a:pt x="2799" y="1"/>
                  </a:moveTo>
                  <a:lnTo>
                    <a:pt x="2799" y="2799"/>
                  </a:lnTo>
                  <a:lnTo>
                    <a:pt x="1" y="2799"/>
                  </a:lnTo>
                  <a:lnTo>
                    <a:pt x="1" y="22372"/>
                  </a:lnTo>
                  <a:lnTo>
                    <a:pt x="2799" y="22372"/>
                  </a:lnTo>
                  <a:lnTo>
                    <a:pt x="2799" y="25170"/>
                  </a:lnTo>
                  <a:lnTo>
                    <a:pt x="5597" y="25170"/>
                  </a:lnTo>
                  <a:lnTo>
                    <a:pt x="5597" y="22372"/>
                  </a:lnTo>
                  <a:lnTo>
                    <a:pt x="8395" y="22372"/>
                  </a:lnTo>
                  <a:lnTo>
                    <a:pt x="8395" y="19574"/>
                  </a:lnTo>
                  <a:lnTo>
                    <a:pt x="11181" y="19574"/>
                  </a:lnTo>
                  <a:lnTo>
                    <a:pt x="11181" y="16777"/>
                  </a:lnTo>
                  <a:lnTo>
                    <a:pt x="13979" y="16777"/>
                  </a:lnTo>
                  <a:lnTo>
                    <a:pt x="13979" y="13979"/>
                  </a:lnTo>
                  <a:lnTo>
                    <a:pt x="16777" y="13979"/>
                  </a:lnTo>
                  <a:lnTo>
                    <a:pt x="16777" y="11193"/>
                  </a:lnTo>
                  <a:lnTo>
                    <a:pt x="13979" y="11193"/>
                  </a:lnTo>
                  <a:lnTo>
                    <a:pt x="13979" y="8395"/>
                  </a:lnTo>
                  <a:lnTo>
                    <a:pt x="11181" y="8395"/>
                  </a:lnTo>
                  <a:lnTo>
                    <a:pt x="11181" y="5597"/>
                  </a:lnTo>
                  <a:lnTo>
                    <a:pt x="8395" y="5597"/>
                  </a:lnTo>
                  <a:lnTo>
                    <a:pt x="8395" y="2799"/>
                  </a:lnTo>
                  <a:lnTo>
                    <a:pt x="5597" y="2799"/>
                  </a:lnTo>
                  <a:lnTo>
                    <a:pt x="559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30"/>
            <p:cNvSpPr/>
            <p:nvPr/>
          </p:nvSpPr>
          <p:spPr>
            <a:xfrm>
              <a:off x="3468575" y="34478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8"/>
                  </a:lnTo>
                  <a:lnTo>
                    <a:pt x="2799" y="2798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30"/>
            <p:cNvSpPr/>
            <p:nvPr/>
          </p:nvSpPr>
          <p:spPr>
            <a:xfrm>
              <a:off x="3398625" y="337792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9" y="2799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30"/>
            <p:cNvSpPr/>
            <p:nvPr/>
          </p:nvSpPr>
          <p:spPr>
            <a:xfrm>
              <a:off x="3398625" y="351722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9" y="2799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30"/>
            <p:cNvSpPr/>
            <p:nvPr/>
          </p:nvSpPr>
          <p:spPr>
            <a:xfrm>
              <a:off x="3328975" y="35871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8" y="2799"/>
                  </a:lnTo>
                  <a:lnTo>
                    <a:pt x="279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30"/>
            <p:cNvSpPr/>
            <p:nvPr/>
          </p:nvSpPr>
          <p:spPr>
            <a:xfrm>
              <a:off x="3259025" y="365742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0"/>
                  </a:moveTo>
                  <a:lnTo>
                    <a:pt x="1" y="2798"/>
                  </a:lnTo>
                  <a:lnTo>
                    <a:pt x="2799" y="2798"/>
                  </a:lnTo>
                  <a:lnTo>
                    <a:pt x="279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30"/>
            <p:cNvSpPr/>
            <p:nvPr/>
          </p:nvSpPr>
          <p:spPr>
            <a:xfrm>
              <a:off x="3328975" y="33079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8" y="2799"/>
                  </a:lnTo>
                  <a:lnTo>
                    <a:pt x="279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" name="Google Shape;762;p30"/>
            <p:cNvSpPr/>
            <p:nvPr/>
          </p:nvSpPr>
          <p:spPr>
            <a:xfrm>
              <a:off x="3259025" y="323802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9" y="2799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30"/>
            <p:cNvSpPr/>
            <p:nvPr/>
          </p:nvSpPr>
          <p:spPr>
            <a:xfrm>
              <a:off x="3189075" y="31680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9" y="2799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30"/>
            <p:cNvSpPr/>
            <p:nvPr/>
          </p:nvSpPr>
          <p:spPr>
            <a:xfrm>
              <a:off x="3189075" y="37273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0"/>
                  </a:moveTo>
                  <a:lnTo>
                    <a:pt x="1" y="2798"/>
                  </a:lnTo>
                  <a:lnTo>
                    <a:pt x="2799" y="2798"/>
                  </a:lnTo>
                  <a:lnTo>
                    <a:pt x="279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30"/>
            <p:cNvSpPr/>
            <p:nvPr/>
          </p:nvSpPr>
          <p:spPr>
            <a:xfrm>
              <a:off x="3119125" y="3238025"/>
              <a:ext cx="69975" cy="489375"/>
            </a:xfrm>
            <a:custGeom>
              <a:rect b="b" l="l" r="r" t="t"/>
              <a:pathLst>
                <a:path extrusionOk="0" h="19575" w="2799">
                  <a:moveTo>
                    <a:pt x="1" y="1"/>
                  </a:moveTo>
                  <a:lnTo>
                    <a:pt x="1" y="19574"/>
                  </a:lnTo>
                  <a:lnTo>
                    <a:pt x="2799" y="19574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6" name="Google Shape;766;p30"/>
          <p:cNvSpPr/>
          <p:nvPr/>
        </p:nvSpPr>
        <p:spPr>
          <a:xfrm>
            <a:off x="1190650" y="621000"/>
            <a:ext cx="356529" cy="356529"/>
          </a:xfrm>
          <a:custGeom>
            <a:rect b="b" l="l" r="r" t="t"/>
            <a:pathLst>
              <a:path extrusionOk="0" h="18914" w="18914">
                <a:moveTo>
                  <a:pt x="7030" y="0"/>
                </a:moveTo>
                <a:lnTo>
                  <a:pt x="7030" y="3141"/>
                </a:lnTo>
                <a:lnTo>
                  <a:pt x="3141" y="3141"/>
                </a:lnTo>
                <a:lnTo>
                  <a:pt x="3141" y="7030"/>
                </a:lnTo>
                <a:lnTo>
                  <a:pt x="0" y="7030"/>
                </a:lnTo>
                <a:lnTo>
                  <a:pt x="0" y="11883"/>
                </a:lnTo>
                <a:lnTo>
                  <a:pt x="3141" y="11883"/>
                </a:lnTo>
                <a:lnTo>
                  <a:pt x="3141" y="15773"/>
                </a:lnTo>
                <a:lnTo>
                  <a:pt x="7030" y="15773"/>
                </a:lnTo>
                <a:lnTo>
                  <a:pt x="7030" y="18913"/>
                </a:lnTo>
                <a:lnTo>
                  <a:pt x="11884" y="18913"/>
                </a:lnTo>
                <a:lnTo>
                  <a:pt x="11884" y="15773"/>
                </a:lnTo>
                <a:lnTo>
                  <a:pt x="15773" y="15773"/>
                </a:lnTo>
                <a:lnTo>
                  <a:pt x="15773" y="11883"/>
                </a:lnTo>
                <a:lnTo>
                  <a:pt x="18914" y="11883"/>
                </a:lnTo>
                <a:lnTo>
                  <a:pt x="18914" y="7030"/>
                </a:lnTo>
                <a:lnTo>
                  <a:pt x="15773" y="7030"/>
                </a:lnTo>
                <a:lnTo>
                  <a:pt x="15773" y="3141"/>
                </a:lnTo>
                <a:lnTo>
                  <a:pt x="11884" y="3141"/>
                </a:lnTo>
                <a:lnTo>
                  <a:pt x="1188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30"/>
          <p:cNvSpPr txBox="1"/>
          <p:nvPr/>
        </p:nvSpPr>
        <p:spPr>
          <a:xfrm>
            <a:off x="1683675" y="491463"/>
            <a:ext cx="6296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Research</a:t>
            </a:r>
            <a:endParaRPr sz="2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768" name="Google Shape;768;p30"/>
          <p:cNvSpPr txBox="1"/>
          <p:nvPr/>
        </p:nvSpPr>
        <p:spPr>
          <a:xfrm>
            <a:off x="1127050" y="1107075"/>
            <a:ext cx="6683700" cy="38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mo"/>
              <a:buChar char="●"/>
            </a:pPr>
            <a:r>
              <a:rPr lang="en" sz="1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Slot machine design language, animations, layout</a:t>
            </a:r>
            <a:endParaRPr sz="1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mo"/>
              <a:buChar char="○"/>
            </a:pPr>
            <a:r>
              <a:rPr lang="en" sz="1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Multiple reels, Colorful layout, Multiple slot machines</a:t>
            </a:r>
            <a:endParaRPr sz="1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mo"/>
              <a:buChar char="●"/>
            </a:pPr>
            <a:r>
              <a:rPr lang="en" sz="1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Features commonly seen in slot machines</a:t>
            </a:r>
            <a:endParaRPr sz="1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mo"/>
              <a:buChar char="○"/>
            </a:pPr>
            <a:r>
              <a:rPr lang="en" sz="1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Login system, Persistent balance across devices</a:t>
            </a:r>
            <a:endParaRPr sz="1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mo"/>
              <a:buChar char="●"/>
            </a:pPr>
            <a:r>
              <a:rPr lang="en" sz="1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General good frontend coding practices</a:t>
            </a:r>
            <a:endParaRPr sz="1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mo"/>
              <a:buChar char="○"/>
            </a:pPr>
            <a:r>
              <a:rPr lang="en" sz="1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Responsive, Good animations, Consistent formatting </a:t>
            </a:r>
            <a:endParaRPr sz="1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mo"/>
              <a:buChar char="●"/>
            </a:pPr>
            <a:r>
              <a:rPr lang="en" sz="1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General good backend coding practices </a:t>
            </a:r>
            <a:endParaRPr sz="1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mo"/>
              <a:buChar char="○"/>
            </a:pPr>
            <a:r>
              <a:rPr lang="en" sz="1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Separation of concerns, Meaningful variable and function names</a:t>
            </a:r>
            <a:endParaRPr sz="1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mo"/>
              <a:buChar char="●"/>
            </a:pPr>
            <a:r>
              <a:rPr lang="en" sz="1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Codex how to properly use</a:t>
            </a:r>
            <a:endParaRPr sz="1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mo"/>
              <a:buChar char="○"/>
            </a:pPr>
            <a:r>
              <a:rPr lang="en" sz="1700" u="sng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  <a:hlinkClick r:id="rId3"/>
              </a:rPr>
              <a:t>AGENTS.md</a:t>
            </a:r>
            <a:r>
              <a:rPr lang="en" sz="1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" sz="1700" u="sng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  <a:hlinkClick r:id="rId4"/>
              </a:rPr>
              <a:t>SKILLS.md</a:t>
            </a:r>
            <a:r>
              <a:rPr lang="en" sz="1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, MCP Configuration</a:t>
            </a:r>
            <a:endParaRPr sz="1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mo"/>
              <a:buChar char="●"/>
            </a:pPr>
            <a:r>
              <a:rPr lang="en" sz="1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How to keep users happy </a:t>
            </a:r>
            <a:endParaRPr sz="1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mo"/>
              <a:buChar char="○"/>
            </a:pPr>
            <a:r>
              <a:rPr lang="en" sz="1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Sound effects, Wins should be rewarding, Losses should be quick</a:t>
            </a:r>
            <a:endParaRPr sz="1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3" name="Google Shape;773;p31"/>
          <p:cNvGrpSpPr/>
          <p:nvPr/>
        </p:nvGrpSpPr>
        <p:grpSpPr>
          <a:xfrm flipH="1" rot="10800000">
            <a:off x="703550" y="3419658"/>
            <a:ext cx="238275" cy="1723842"/>
            <a:chOff x="474950" y="-375"/>
            <a:chExt cx="238275" cy="940500"/>
          </a:xfrm>
        </p:grpSpPr>
        <p:cxnSp>
          <p:nvCxnSpPr>
            <p:cNvPr id="774" name="Google Shape;774;p31"/>
            <p:cNvCxnSpPr/>
            <p:nvPr/>
          </p:nvCxnSpPr>
          <p:spPr>
            <a:xfrm>
              <a:off x="474950" y="-375"/>
              <a:ext cx="0" cy="9405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75" name="Google Shape;775;p31"/>
            <p:cNvCxnSpPr/>
            <p:nvPr/>
          </p:nvCxnSpPr>
          <p:spPr>
            <a:xfrm>
              <a:off x="713225" y="-375"/>
              <a:ext cx="0" cy="40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776" name="Google Shape;776;p31"/>
          <p:cNvSpPr/>
          <p:nvPr/>
        </p:nvSpPr>
        <p:spPr>
          <a:xfrm>
            <a:off x="408600" y="2774549"/>
            <a:ext cx="609257" cy="554057"/>
          </a:xfrm>
          <a:custGeom>
            <a:rect b="b" l="l" r="r" t="t"/>
            <a:pathLst>
              <a:path extrusionOk="0" h="42538" w="46767">
                <a:moveTo>
                  <a:pt x="8494" y="1"/>
                </a:moveTo>
                <a:lnTo>
                  <a:pt x="8494" y="4247"/>
                </a:lnTo>
                <a:lnTo>
                  <a:pt x="4230" y="4247"/>
                </a:lnTo>
                <a:lnTo>
                  <a:pt x="4230" y="8512"/>
                </a:lnTo>
                <a:lnTo>
                  <a:pt x="1" y="8512"/>
                </a:lnTo>
                <a:lnTo>
                  <a:pt x="1" y="12758"/>
                </a:lnTo>
                <a:lnTo>
                  <a:pt x="1" y="17022"/>
                </a:lnTo>
                <a:lnTo>
                  <a:pt x="1" y="21269"/>
                </a:lnTo>
                <a:lnTo>
                  <a:pt x="4230" y="21269"/>
                </a:lnTo>
                <a:lnTo>
                  <a:pt x="4230" y="25516"/>
                </a:lnTo>
                <a:lnTo>
                  <a:pt x="8494" y="25516"/>
                </a:lnTo>
                <a:lnTo>
                  <a:pt x="8494" y="29780"/>
                </a:lnTo>
                <a:lnTo>
                  <a:pt x="12758" y="29780"/>
                </a:lnTo>
                <a:lnTo>
                  <a:pt x="12758" y="34027"/>
                </a:lnTo>
                <a:lnTo>
                  <a:pt x="16987" y="34027"/>
                </a:lnTo>
                <a:lnTo>
                  <a:pt x="16987" y="38273"/>
                </a:lnTo>
                <a:lnTo>
                  <a:pt x="21252" y="38273"/>
                </a:lnTo>
                <a:lnTo>
                  <a:pt x="21252" y="42537"/>
                </a:lnTo>
                <a:lnTo>
                  <a:pt x="25516" y="42537"/>
                </a:lnTo>
                <a:lnTo>
                  <a:pt x="25516" y="38273"/>
                </a:lnTo>
                <a:lnTo>
                  <a:pt x="29745" y="38273"/>
                </a:lnTo>
                <a:lnTo>
                  <a:pt x="29745" y="34027"/>
                </a:lnTo>
                <a:lnTo>
                  <a:pt x="34009" y="34027"/>
                </a:lnTo>
                <a:lnTo>
                  <a:pt x="34009" y="29780"/>
                </a:lnTo>
                <a:lnTo>
                  <a:pt x="38273" y="29780"/>
                </a:lnTo>
                <a:lnTo>
                  <a:pt x="38273" y="25516"/>
                </a:lnTo>
                <a:lnTo>
                  <a:pt x="42520" y="25516"/>
                </a:lnTo>
                <a:lnTo>
                  <a:pt x="42520" y="21269"/>
                </a:lnTo>
                <a:lnTo>
                  <a:pt x="46767" y="21269"/>
                </a:lnTo>
                <a:lnTo>
                  <a:pt x="46767" y="17022"/>
                </a:lnTo>
                <a:lnTo>
                  <a:pt x="46767" y="12758"/>
                </a:lnTo>
                <a:lnTo>
                  <a:pt x="46767" y="8512"/>
                </a:lnTo>
                <a:lnTo>
                  <a:pt x="42520" y="8512"/>
                </a:lnTo>
                <a:lnTo>
                  <a:pt x="42520" y="4247"/>
                </a:lnTo>
                <a:lnTo>
                  <a:pt x="38273" y="4247"/>
                </a:lnTo>
                <a:lnTo>
                  <a:pt x="38273" y="1"/>
                </a:lnTo>
                <a:lnTo>
                  <a:pt x="29745" y="1"/>
                </a:lnTo>
                <a:lnTo>
                  <a:pt x="29745" y="4247"/>
                </a:lnTo>
                <a:lnTo>
                  <a:pt x="25516" y="4247"/>
                </a:lnTo>
                <a:lnTo>
                  <a:pt x="25516" y="8512"/>
                </a:lnTo>
                <a:lnTo>
                  <a:pt x="21252" y="8512"/>
                </a:lnTo>
                <a:lnTo>
                  <a:pt x="21252" y="4247"/>
                </a:lnTo>
                <a:lnTo>
                  <a:pt x="16987" y="4247"/>
                </a:lnTo>
                <a:lnTo>
                  <a:pt x="16987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77" name="Google Shape;777;p31"/>
          <p:cNvGrpSpPr/>
          <p:nvPr/>
        </p:nvGrpSpPr>
        <p:grpSpPr>
          <a:xfrm>
            <a:off x="8180049" y="1312243"/>
            <a:ext cx="651756" cy="651514"/>
            <a:chOff x="2814625" y="1652725"/>
            <a:chExt cx="2428300" cy="2427400"/>
          </a:xfrm>
        </p:grpSpPr>
        <p:sp>
          <p:nvSpPr>
            <p:cNvPr id="778" name="Google Shape;778;p31"/>
            <p:cNvSpPr/>
            <p:nvPr/>
          </p:nvSpPr>
          <p:spPr>
            <a:xfrm>
              <a:off x="3161400" y="1995900"/>
              <a:ext cx="173550" cy="173575"/>
            </a:xfrm>
            <a:custGeom>
              <a:rect b="b" l="l" r="r" t="t"/>
              <a:pathLst>
                <a:path extrusionOk="0" h="6943" w="6942">
                  <a:moveTo>
                    <a:pt x="0" y="1"/>
                  </a:moveTo>
                  <a:lnTo>
                    <a:pt x="0" y="6942"/>
                  </a:lnTo>
                  <a:lnTo>
                    <a:pt x="6942" y="6942"/>
                  </a:lnTo>
                  <a:lnTo>
                    <a:pt x="694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9" name="Google Shape;779;p31"/>
            <p:cNvSpPr/>
            <p:nvPr/>
          </p:nvSpPr>
          <p:spPr>
            <a:xfrm>
              <a:off x="2988150" y="2169450"/>
              <a:ext cx="173275" cy="346800"/>
            </a:xfrm>
            <a:custGeom>
              <a:rect b="b" l="l" r="r" t="t"/>
              <a:pathLst>
                <a:path extrusionOk="0" h="13872" w="6931">
                  <a:moveTo>
                    <a:pt x="1" y="0"/>
                  </a:moveTo>
                  <a:lnTo>
                    <a:pt x="1" y="6930"/>
                  </a:lnTo>
                  <a:lnTo>
                    <a:pt x="1" y="13871"/>
                  </a:lnTo>
                  <a:lnTo>
                    <a:pt x="6930" y="13871"/>
                  </a:lnTo>
                  <a:lnTo>
                    <a:pt x="6930" y="6930"/>
                  </a:lnTo>
                  <a:lnTo>
                    <a:pt x="693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31"/>
            <p:cNvSpPr/>
            <p:nvPr/>
          </p:nvSpPr>
          <p:spPr>
            <a:xfrm>
              <a:off x="3616500" y="2175100"/>
              <a:ext cx="173875" cy="520325"/>
            </a:xfrm>
            <a:custGeom>
              <a:rect b="b" l="l" r="r" t="t"/>
              <a:pathLst>
                <a:path extrusionOk="0" h="20813" w="6955">
                  <a:moveTo>
                    <a:pt x="1" y="0"/>
                  </a:moveTo>
                  <a:lnTo>
                    <a:pt x="1" y="6942"/>
                  </a:lnTo>
                  <a:lnTo>
                    <a:pt x="1" y="13883"/>
                  </a:lnTo>
                  <a:lnTo>
                    <a:pt x="1" y="20813"/>
                  </a:lnTo>
                  <a:lnTo>
                    <a:pt x="6954" y="20813"/>
                  </a:lnTo>
                  <a:lnTo>
                    <a:pt x="6954" y="13883"/>
                  </a:lnTo>
                  <a:lnTo>
                    <a:pt x="6954" y="6942"/>
                  </a:lnTo>
                  <a:lnTo>
                    <a:pt x="695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31"/>
            <p:cNvSpPr/>
            <p:nvPr/>
          </p:nvSpPr>
          <p:spPr>
            <a:xfrm>
              <a:off x="4230875" y="2175100"/>
              <a:ext cx="173250" cy="520325"/>
            </a:xfrm>
            <a:custGeom>
              <a:rect b="b" l="l" r="r" t="t"/>
              <a:pathLst>
                <a:path extrusionOk="0" h="20813" w="6930">
                  <a:moveTo>
                    <a:pt x="0" y="0"/>
                  </a:moveTo>
                  <a:lnTo>
                    <a:pt x="0" y="6942"/>
                  </a:lnTo>
                  <a:lnTo>
                    <a:pt x="0" y="13883"/>
                  </a:lnTo>
                  <a:lnTo>
                    <a:pt x="0" y="20813"/>
                  </a:lnTo>
                  <a:lnTo>
                    <a:pt x="6930" y="20813"/>
                  </a:lnTo>
                  <a:lnTo>
                    <a:pt x="6930" y="13883"/>
                  </a:lnTo>
                  <a:lnTo>
                    <a:pt x="6930" y="6942"/>
                  </a:lnTo>
                  <a:lnTo>
                    <a:pt x="693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31"/>
            <p:cNvSpPr/>
            <p:nvPr/>
          </p:nvSpPr>
          <p:spPr>
            <a:xfrm>
              <a:off x="2814625" y="2519200"/>
              <a:ext cx="346800" cy="1040625"/>
            </a:xfrm>
            <a:custGeom>
              <a:rect b="b" l="l" r="r" t="t"/>
              <a:pathLst>
                <a:path extrusionOk="0" h="41625" w="13872">
                  <a:moveTo>
                    <a:pt x="1" y="0"/>
                  </a:moveTo>
                  <a:lnTo>
                    <a:pt x="1" y="6930"/>
                  </a:lnTo>
                  <a:lnTo>
                    <a:pt x="1" y="13871"/>
                  </a:lnTo>
                  <a:lnTo>
                    <a:pt x="1" y="20800"/>
                  </a:lnTo>
                  <a:lnTo>
                    <a:pt x="1" y="27742"/>
                  </a:lnTo>
                  <a:lnTo>
                    <a:pt x="6942" y="27742"/>
                  </a:lnTo>
                  <a:lnTo>
                    <a:pt x="6942" y="20800"/>
                  </a:lnTo>
                  <a:lnTo>
                    <a:pt x="6942" y="13871"/>
                  </a:lnTo>
                  <a:lnTo>
                    <a:pt x="6942" y="6930"/>
                  </a:lnTo>
                  <a:lnTo>
                    <a:pt x="6942" y="0"/>
                  </a:lnTo>
                  <a:close/>
                  <a:moveTo>
                    <a:pt x="6942" y="27742"/>
                  </a:moveTo>
                  <a:lnTo>
                    <a:pt x="6942" y="34671"/>
                  </a:lnTo>
                  <a:lnTo>
                    <a:pt x="6942" y="41624"/>
                  </a:lnTo>
                  <a:lnTo>
                    <a:pt x="13871" y="41624"/>
                  </a:lnTo>
                  <a:lnTo>
                    <a:pt x="13871" y="34671"/>
                  </a:lnTo>
                  <a:lnTo>
                    <a:pt x="13871" y="2774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31"/>
            <p:cNvSpPr/>
            <p:nvPr/>
          </p:nvSpPr>
          <p:spPr>
            <a:xfrm>
              <a:off x="3161400" y="3559800"/>
              <a:ext cx="173550" cy="173550"/>
            </a:xfrm>
            <a:custGeom>
              <a:rect b="b" l="l" r="r" t="t"/>
              <a:pathLst>
                <a:path extrusionOk="0" h="6942" w="6942">
                  <a:moveTo>
                    <a:pt x="0" y="0"/>
                  </a:moveTo>
                  <a:lnTo>
                    <a:pt x="0" y="6942"/>
                  </a:lnTo>
                  <a:lnTo>
                    <a:pt x="6942" y="6942"/>
                  </a:lnTo>
                  <a:lnTo>
                    <a:pt x="694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31"/>
            <p:cNvSpPr/>
            <p:nvPr/>
          </p:nvSpPr>
          <p:spPr>
            <a:xfrm>
              <a:off x="3334925" y="3733325"/>
              <a:ext cx="347100" cy="173250"/>
            </a:xfrm>
            <a:custGeom>
              <a:rect b="b" l="l" r="r" t="t"/>
              <a:pathLst>
                <a:path extrusionOk="0" h="6930" w="13884">
                  <a:moveTo>
                    <a:pt x="1" y="1"/>
                  </a:moveTo>
                  <a:lnTo>
                    <a:pt x="1" y="6930"/>
                  </a:lnTo>
                  <a:lnTo>
                    <a:pt x="13883" y="6930"/>
                  </a:lnTo>
                  <a:lnTo>
                    <a:pt x="1388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31"/>
            <p:cNvSpPr/>
            <p:nvPr/>
          </p:nvSpPr>
          <p:spPr>
            <a:xfrm>
              <a:off x="4375525" y="3733325"/>
              <a:ext cx="346800" cy="173250"/>
            </a:xfrm>
            <a:custGeom>
              <a:rect b="b" l="l" r="r" t="t"/>
              <a:pathLst>
                <a:path extrusionOk="0" h="6930" w="13872">
                  <a:moveTo>
                    <a:pt x="1" y="1"/>
                  </a:moveTo>
                  <a:lnTo>
                    <a:pt x="1" y="6930"/>
                  </a:lnTo>
                  <a:lnTo>
                    <a:pt x="13872" y="6930"/>
                  </a:lnTo>
                  <a:lnTo>
                    <a:pt x="1387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31"/>
            <p:cNvSpPr/>
            <p:nvPr/>
          </p:nvSpPr>
          <p:spPr>
            <a:xfrm>
              <a:off x="4722300" y="3559800"/>
              <a:ext cx="173275" cy="173550"/>
            </a:xfrm>
            <a:custGeom>
              <a:rect b="b" l="l" r="r" t="t"/>
              <a:pathLst>
                <a:path extrusionOk="0" h="6942" w="6931">
                  <a:moveTo>
                    <a:pt x="1" y="0"/>
                  </a:moveTo>
                  <a:lnTo>
                    <a:pt x="1" y="6942"/>
                  </a:lnTo>
                  <a:lnTo>
                    <a:pt x="6930" y="6942"/>
                  </a:lnTo>
                  <a:lnTo>
                    <a:pt x="693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31"/>
            <p:cNvSpPr/>
            <p:nvPr/>
          </p:nvSpPr>
          <p:spPr>
            <a:xfrm>
              <a:off x="4895850" y="3212725"/>
              <a:ext cx="173550" cy="347100"/>
            </a:xfrm>
            <a:custGeom>
              <a:rect b="b" l="l" r="r" t="t"/>
              <a:pathLst>
                <a:path extrusionOk="0" h="13884" w="6942">
                  <a:moveTo>
                    <a:pt x="0" y="1"/>
                  </a:moveTo>
                  <a:lnTo>
                    <a:pt x="0" y="6954"/>
                  </a:lnTo>
                  <a:lnTo>
                    <a:pt x="0" y="13883"/>
                  </a:lnTo>
                  <a:lnTo>
                    <a:pt x="6941" y="13883"/>
                  </a:lnTo>
                  <a:lnTo>
                    <a:pt x="6941" y="6954"/>
                  </a:lnTo>
                  <a:lnTo>
                    <a:pt x="694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31"/>
            <p:cNvSpPr/>
            <p:nvPr/>
          </p:nvSpPr>
          <p:spPr>
            <a:xfrm>
              <a:off x="5069375" y="2519200"/>
              <a:ext cx="173550" cy="693550"/>
            </a:xfrm>
            <a:custGeom>
              <a:rect b="b" l="l" r="r" t="t"/>
              <a:pathLst>
                <a:path extrusionOk="0" h="27742" w="6942">
                  <a:moveTo>
                    <a:pt x="0" y="0"/>
                  </a:moveTo>
                  <a:lnTo>
                    <a:pt x="0" y="6930"/>
                  </a:lnTo>
                  <a:lnTo>
                    <a:pt x="0" y="13871"/>
                  </a:lnTo>
                  <a:lnTo>
                    <a:pt x="0" y="20800"/>
                  </a:lnTo>
                  <a:lnTo>
                    <a:pt x="0" y="27742"/>
                  </a:lnTo>
                  <a:lnTo>
                    <a:pt x="6942" y="27742"/>
                  </a:lnTo>
                  <a:lnTo>
                    <a:pt x="6942" y="20800"/>
                  </a:lnTo>
                  <a:lnTo>
                    <a:pt x="6942" y="13871"/>
                  </a:lnTo>
                  <a:lnTo>
                    <a:pt x="6942" y="6930"/>
                  </a:lnTo>
                  <a:lnTo>
                    <a:pt x="694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31"/>
            <p:cNvSpPr/>
            <p:nvPr/>
          </p:nvSpPr>
          <p:spPr>
            <a:xfrm>
              <a:off x="4895850" y="2172425"/>
              <a:ext cx="173550" cy="346800"/>
            </a:xfrm>
            <a:custGeom>
              <a:rect b="b" l="l" r="r" t="t"/>
              <a:pathLst>
                <a:path extrusionOk="0" h="13872" w="6942">
                  <a:moveTo>
                    <a:pt x="0" y="0"/>
                  </a:moveTo>
                  <a:lnTo>
                    <a:pt x="0" y="6930"/>
                  </a:lnTo>
                  <a:lnTo>
                    <a:pt x="0" y="13871"/>
                  </a:lnTo>
                  <a:lnTo>
                    <a:pt x="6941" y="13871"/>
                  </a:lnTo>
                  <a:lnTo>
                    <a:pt x="6941" y="6930"/>
                  </a:lnTo>
                  <a:lnTo>
                    <a:pt x="694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31"/>
            <p:cNvSpPr/>
            <p:nvPr/>
          </p:nvSpPr>
          <p:spPr>
            <a:xfrm>
              <a:off x="4722300" y="1998875"/>
              <a:ext cx="173275" cy="173575"/>
            </a:xfrm>
            <a:custGeom>
              <a:rect b="b" l="l" r="r" t="t"/>
              <a:pathLst>
                <a:path extrusionOk="0" h="6943" w="6931">
                  <a:moveTo>
                    <a:pt x="1" y="1"/>
                  </a:moveTo>
                  <a:lnTo>
                    <a:pt x="1" y="6942"/>
                  </a:lnTo>
                  <a:lnTo>
                    <a:pt x="6930" y="6942"/>
                  </a:lnTo>
                  <a:lnTo>
                    <a:pt x="693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31"/>
            <p:cNvSpPr/>
            <p:nvPr/>
          </p:nvSpPr>
          <p:spPr>
            <a:xfrm>
              <a:off x="3334925" y="1652725"/>
              <a:ext cx="1387400" cy="346175"/>
            </a:xfrm>
            <a:custGeom>
              <a:rect b="b" l="l" r="r" t="t"/>
              <a:pathLst>
                <a:path extrusionOk="0" h="13847" w="55496">
                  <a:moveTo>
                    <a:pt x="6954" y="0"/>
                  </a:moveTo>
                  <a:lnTo>
                    <a:pt x="6954" y="6799"/>
                  </a:lnTo>
                  <a:lnTo>
                    <a:pt x="1" y="6799"/>
                  </a:lnTo>
                  <a:lnTo>
                    <a:pt x="1" y="13728"/>
                  </a:lnTo>
                  <a:lnTo>
                    <a:pt x="6954" y="13728"/>
                  </a:lnTo>
                  <a:lnTo>
                    <a:pt x="6954" y="6929"/>
                  </a:lnTo>
                  <a:lnTo>
                    <a:pt x="48554" y="6929"/>
                  </a:lnTo>
                  <a:lnTo>
                    <a:pt x="48554" y="13847"/>
                  </a:lnTo>
                  <a:lnTo>
                    <a:pt x="55496" y="13847"/>
                  </a:lnTo>
                  <a:lnTo>
                    <a:pt x="55496" y="6918"/>
                  </a:lnTo>
                  <a:lnTo>
                    <a:pt x="48554" y="6918"/>
                  </a:lnTo>
                  <a:lnTo>
                    <a:pt x="4855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31"/>
            <p:cNvSpPr/>
            <p:nvPr/>
          </p:nvSpPr>
          <p:spPr>
            <a:xfrm>
              <a:off x="3682000" y="3906550"/>
              <a:ext cx="693550" cy="173575"/>
            </a:xfrm>
            <a:custGeom>
              <a:rect b="b" l="l" r="r" t="t"/>
              <a:pathLst>
                <a:path extrusionOk="0" h="6943" w="27742">
                  <a:moveTo>
                    <a:pt x="0" y="1"/>
                  </a:moveTo>
                  <a:lnTo>
                    <a:pt x="0" y="6942"/>
                  </a:lnTo>
                  <a:lnTo>
                    <a:pt x="27742" y="6942"/>
                  </a:lnTo>
                  <a:lnTo>
                    <a:pt x="2774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31"/>
            <p:cNvSpPr/>
            <p:nvPr/>
          </p:nvSpPr>
          <p:spPr>
            <a:xfrm>
              <a:off x="3682000" y="3186225"/>
              <a:ext cx="693550" cy="173575"/>
            </a:xfrm>
            <a:custGeom>
              <a:rect b="b" l="l" r="r" t="t"/>
              <a:pathLst>
                <a:path extrusionOk="0" h="6943" w="27742">
                  <a:moveTo>
                    <a:pt x="0" y="1"/>
                  </a:moveTo>
                  <a:lnTo>
                    <a:pt x="0" y="6942"/>
                  </a:lnTo>
                  <a:lnTo>
                    <a:pt x="27742" y="6942"/>
                  </a:lnTo>
                  <a:lnTo>
                    <a:pt x="2774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31"/>
            <p:cNvSpPr/>
            <p:nvPr/>
          </p:nvSpPr>
          <p:spPr>
            <a:xfrm>
              <a:off x="4375525" y="3013000"/>
              <a:ext cx="173275" cy="173250"/>
            </a:xfrm>
            <a:custGeom>
              <a:rect b="b" l="l" r="r" t="t"/>
              <a:pathLst>
                <a:path extrusionOk="0" h="6930" w="6931">
                  <a:moveTo>
                    <a:pt x="1" y="1"/>
                  </a:moveTo>
                  <a:lnTo>
                    <a:pt x="1" y="6930"/>
                  </a:lnTo>
                  <a:lnTo>
                    <a:pt x="6930" y="6930"/>
                  </a:lnTo>
                  <a:lnTo>
                    <a:pt x="693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31"/>
            <p:cNvSpPr/>
            <p:nvPr/>
          </p:nvSpPr>
          <p:spPr>
            <a:xfrm>
              <a:off x="3508750" y="3013000"/>
              <a:ext cx="173275" cy="173250"/>
            </a:xfrm>
            <a:custGeom>
              <a:rect b="b" l="l" r="r" t="t"/>
              <a:pathLst>
                <a:path extrusionOk="0" h="6930" w="6931">
                  <a:moveTo>
                    <a:pt x="1" y="1"/>
                  </a:moveTo>
                  <a:lnTo>
                    <a:pt x="1" y="6930"/>
                  </a:lnTo>
                  <a:lnTo>
                    <a:pt x="6930" y="6930"/>
                  </a:lnTo>
                  <a:lnTo>
                    <a:pt x="693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796" name="Google Shape;796;p31"/>
          <p:cNvCxnSpPr/>
          <p:nvPr/>
        </p:nvCxnSpPr>
        <p:spPr>
          <a:xfrm>
            <a:off x="7750050" y="3994600"/>
            <a:ext cx="0" cy="1149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97" name="Google Shape;797;p31"/>
          <p:cNvGrpSpPr/>
          <p:nvPr/>
        </p:nvGrpSpPr>
        <p:grpSpPr>
          <a:xfrm flipH="1">
            <a:off x="7810746" y="522220"/>
            <a:ext cx="369304" cy="554077"/>
            <a:chOff x="3119125" y="3168075"/>
            <a:chExt cx="419425" cy="629275"/>
          </a:xfrm>
        </p:grpSpPr>
        <p:sp>
          <p:nvSpPr>
            <p:cNvPr id="798" name="Google Shape;798;p31"/>
            <p:cNvSpPr/>
            <p:nvPr/>
          </p:nvSpPr>
          <p:spPr>
            <a:xfrm>
              <a:off x="3119125" y="3168075"/>
              <a:ext cx="419425" cy="629275"/>
            </a:xfrm>
            <a:custGeom>
              <a:rect b="b" l="l" r="r" t="t"/>
              <a:pathLst>
                <a:path extrusionOk="0" h="25171" w="16777">
                  <a:moveTo>
                    <a:pt x="2799" y="1"/>
                  </a:moveTo>
                  <a:lnTo>
                    <a:pt x="2799" y="2799"/>
                  </a:lnTo>
                  <a:lnTo>
                    <a:pt x="1" y="2799"/>
                  </a:lnTo>
                  <a:lnTo>
                    <a:pt x="1" y="22372"/>
                  </a:lnTo>
                  <a:lnTo>
                    <a:pt x="2799" y="22372"/>
                  </a:lnTo>
                  <a:lnTo>
                    <a:pt x="2799" y="25170"/>
                  </a:lnTo>
                  <a:lnTo>
                    <a:pt x="5597" y="25170"/>
                  </a:lnTo>
                  <a:lnTo>
                    <a:pt x="5597" y="22372"/>
                  </a:lnTo>
                  <a:lnTo>
                    <a:pt x="8395" y="22372"/>
                  </a:lnTo>
                  <a:lnTo>
                    <a:pt x="8395" y="19574"/>
                  </a:lnTo>
                  <a:lnTo>
                    <a:pt x="11181" y="19574"/>
                  </a:lnTo>
                  <a:lnTo>
                    <a:pt x="11181" y="16777"/>
                  </a:lnTo>
                  <a:lnTo>
                    <a:pt x="13979" y="16777"/>
                  </a:lnTo>
                  <a:lnTo>
                    <a:pt x="13979" y="13979"/>
                  </a:lnTo>
                  <a:lnTo>
                    <a:pt x="16777" y="13979"/>
                  </a:lnTo>
                  <a:lnTo>
                    <a:pt x="16777" y="11193"/>
                  </a:lnTo>
                  <a:lnTo>
                    <a:pt x="13979" y="11193"/>
                  </a:lnTo>
                  <a:lnTo>
                    <a:pt x="13979" y="8395"/>
                  </a:lnTo>
                  <a:lnTo>
                    <a:pt x="11181" y="8395"/>
                  </a:lnTo>
                  <a:lnTo>
                    <a:pt x="11181" y="5597"/>
                  </a:lnTo>
                  <a:lnTo>
                    <a:pt x="8395" y="5597"/>
                  </a:lnTo>
                  <a:lnTo>
                    <a:pt x="8395" y="2799"/>
                  </a:lnTo>
                  <a:lnTo>
                    <a:pt x="5597" y="2799"/>
                  </a:lnTo>
                  <a:lnTo>
                    <a:pt x="559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31"/>
            <p:cNvSpPr/>
            <p:nvPr/>
          </p:nvSpPr>
          <p:spPr>
            <a:xfrm>
              <a:off x="3468575" y="34478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8"/>
                  </a:lnTo>
                  <a:lnTo>
                    <a:pt x="2799" y="2798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31"/>
            <p:cNvSpPr/>
            <p:nvPr/>
          </p:nvSpPr>
          <p:spPr>
            <a:xfrm>
              <a:off x="3398625" y="337792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9" y="2799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31"/>
            <p:cNvSpPr/>
            <p:nvPr/>
          </p:nvSpPr>
          <p:spPr>
            <a:xfrm>
              <a:off x="3398625" y="351722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9" y="2799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31"/>
            <p:cNvSpPr/>
            <p:nvPr/>
          </p:nvSpPr>
          <p:spPr>
            <a:xfrm>
              <a:off x="3328975" y="35871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8" y="2799"/>
                  </a:lnTo>
                  <a:lnTo>
                    <a:pt x="279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31"/>
            <p:cNvSpPr/>
            <p:nvPr/>
          </p:nvSpPr>
          <p:spPr>
            <a:xfrm>
              <a:off x="3259025" y="365742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0"/>
                  </a:moveTo>
                  <a:lnTo>
                    <a:pt x="1" y="2798"/>
                  </a:lnTo>
                  <a:lnTo>
                    <a:pt x="2799" y="2798"/>
                  </a:lnTo>
                  <a:lnTo>
                    <a:pt x="279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31"/>
            <p:cNvSpPr/>
            <p:nvPr/>
          </p:nvSpPr>
          <p:spPr>
            <a:xfrm>
              <a:off x="3328975" y="33079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8" y="2799"/>
                  </a:lnTo>
                  <a:lnTo>
                    <a:pt x="279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31"/>
            <p:cNvSpPr/>
            <p:nvPr/>
          </p:nvSpPr>
          <p:spPr>
            <a:xfrm>
              <a:off x="3259025" y="323802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9" y="2799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31"/>
            <p:cNvSpPr/>
            <p:nvPr/>
          </p:nvSpPr>
          <p:spPr>
            <a:xfrm>
              <a:off x="3189075" y="31680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9" y="2799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31"/>
            <p:cNvSpPr/>
            <p:nvPr/>
          </p:nvSpPr>
          <p:spPr>
            <a:xfrm>
              <a:off x="3189075" y="37273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0"/>
                  </a:moveTo>
                  <a:lnTo>
                    <a:pt x="1" y="2798"/>
                  </a:lnTo>
                  <a:lnTo>
                    <a:pt x="2799" y="2798"/>
                  </a:lnTo>
                  <a:lnTo>
                    <a:pt x="279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31"/>
            <p:cNvSpPr/>
            <p:nvPr/>
          </p:nvSpPr>
          <p:spPr>
            <a:xfrm>
              <a:off x="3119125" y="3238025"/>
              <a:ext cx="69975" cy="489375"/>
            </a:xfrm>
            <a:custGeom>
              <a:rect b="b" l="l" r="r" t="t"/>
              <a:pathLst>
                <a:path extrusionOk="0" h="19575" w="2799">
                  <a:moveTo>
                    <a:pt x="1" y="1"/>
                  </a:moveTo>
                  <a:lnTo>
                    <a:pt x="1" y="19574"/>
                  </a:lnTo>
                  <a:lnTo>
                    <a:pt x="2799" y="19574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09" name="Google Shape;809;p31"/>
          <p:cNvSpPr/>
          <p:nvPr/>
        </p:nvSpPr>
        <p:spPr>
          <a:xfrm>
            <a:off x="1190650" y="621000"/>
            <a:ext cx="356529" cy="356529"/>
          </a:xfrm>
          <a:custGeom>
            <a:rect b="b" l="l" r="r" t="t"/>
            <a:pathLst>
              <a:path extrusionOk="0" h="18914" w="18914">
                <a:moveTo>
                  <a:pt x="7030" y="0"/>
                </a:moveTo>
                <a:lnTo>
                  <a:pt x="7030" y="3141"/>
                </a:lnTo>
                <a:lnTo>
                  <a:pt x="3141" y="3141"/>
                </a:lnTo>
                <a:lnTo>
                  <a:pt x="3141" y="7030"/>
                </a:lnTo>
                <a:lnTo>
                  <a:pt x="0" y="7030"/>
                </a:lnTo>
                <a:lnTo>
                  <a:pt x="0" y="11883"/>
                </a:lnTo>
                <a:lnTo>
                  <a:pt x="3141" y="11883"/>
                </a:lnTo>
                <a:lnTo>
                  <a:pt x="3141" y="15773"/>
                </a:lnTo>
                <a:lnTo>
                  <a:pt x="7030" y="15773"/>
                </a:lnTo>
                <a:lnTo>
                  <a:pt x="7030" y="18913"/>
                </a:lnTo>
                <a:lnTo>
                  <a:pt x="11884" y="18913"/>
                </a:lnTo>
                <a:lnTo>
                  <a:pt x="11884" y="15773"/>
                </a:lnTo>
                <a:lnTo>
                  <a:pt x="15773" y="15773"/>
                </a:lnTo>
                <a:lnTo>
                  <a:pt x="15773" y="11883"/>
                </a:lnTo>
                <a:lnTo>
                  <a:pt x="18914" y="11883"/>
                </a:lnTo>
                <a:lnTo>
                  <a:pt x="18914" y="7030"/>
                </a:lnTo>
                <a:lnTo>
                  <a:pt x="15773" y="7030"/>
                </a:lnTo>
                <a:lnTo>
                  <a:pt x="15773" y="3141"/>
                </a:lnTo>
                <a:lnTo>
                  <a:pt x="11884" y="3141"/>
                </a:lnTo>
                <a:lnTo>
                  <a:pt x="1188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0" name="Google Shape;810;p31"/>
          <p:cNvSpPr txBox="1"/>
          <p:nvPr/>
        </p:nvSpPr>
        <p:spPr>
          <a:xfrm>
            <a:off x="1616825" y="491463"/>
            <a:ext cx="6296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Initial Strategy</a:t>
            </a:r>
            <a:endParaRPr sz="2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811" name="Google Shape;811;p31"/>
          <p:cNvSpPr txBox="1"/>
          <p:nvPr/>
        </p:nvSpPr>
        <p:spPr>
          <a:xfrm>
            <a:off x="1123650" y="1275300"/>
            <a:ext cx="65934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mo"/>
              <a:buChar char="●"/>
            </a:pPr>
            <a:r>
              <a:rPr lang="en" sz="1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We </a:t>
            </a:r>
            <a:r>
              <a:rPr lang="en" sz="1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equipped</a:t>
            </a:r>
            <a:r>
              <a:rPr lang="en" sz="1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 Codex with the Playwright skill to allow for it to check what </a:t>
            </a:r>
            <a:r>
              <a:rPr lang="en" sz="1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it's</a:t>
            </a:r>
            <a:r>
              <a:rPr lang="en" sz="1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 doing with a browser.</a:t>
            </a:r>
            <a:endParaRPr sz="1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mo"/>
              <a:buChar char="●"/>
            </a:pPr>
            <a:r>
              <a:rPr lang="en" sz="1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We also made </a:t>
            </a:r>
            <a:r>
              <a:rPr lang="en" sz="1700" u="sng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  <a:hlinkClick r:id="rId3"/>
              </a:rPr>
              <a:t>AGENTS.md</a:t>
            </a:r>
            <a:r>
              <a:rPr lang="en" sz="1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 with all general requirements and guidelines for Codex</a:t>
            </a:r>
            <a:endParaRPr sz="1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mo"/>
              <a:buChar char="●"/>
            </a:pPr>
            <a:r>
              <a:rPr lang="en" sz="1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We also equipped Codex with skills to create PRs and resolve issues we make on github</a:t>
            </a:r>
            <a:endParaRPr sz="1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mo"/>
              <a:buChar char="●"/>
            </a:pPr>
            <a:r>
              <a:rPr lang="en" sz="1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We will be using GPT-5.4 with medium reasoning.</a:t>
            </a:r>
            <a:endParaRPr sz="1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812" name="Google Shape;812;p31"/>
          <p:cNvSpPr txBox="1"/>
          <p:nvPr/>
        </p:nvSpPr>
        <p:spPr>
          <a:xfrm>
            <a:off x="1190650" y="3459825"/>
            <a:ext cx="63915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We will be focusing on giving it very well specified issues on github so that it can execute and open a PR on them.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7" name="Google Shape;817;p32"/>
          <p:cNvGrpSpPr/>
          <p:nvPr/>
        </p:nvGrpSpPr>
        <p:grpSpPr>
          <a:xfrm flipH="1" rot="10800000">
            <a:off x="703550" y="3419658"/>
            <a:ext cx="238275" cy="1723842"/>
            <a:chOff x="474950" y="-375"/>
            <a:chExt cx="238275" cy="940500"/>
          </a:xfrm>
        </p:grpSpPr>
        <p:cxnSp>
          <p:nvCxnSpPr>
            <p:cNvPr id="818" name="Google Shape;818;p32"/>
            <p:cNvCxnSpPr/>
            <p:nvPr/>
          </p:nvCxnSpPr>
          <p:spPr>
            <a:xfrm>
              <a:off x="474950" y="-375"/>
              <a:ext cx="0" cy="9405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19" name="Google Shape;819;p32"/>
            <p:cNvCxnSpPr/>
            <p:nvPr/>
          </p:nvCxnSpPr>
          <p:spPr>
            <a:xfrm>
              <a:off x="713225" y="-375"/>
              <a:ext cx="0" cy="40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20" name="Google Shape;820;p32"/>
          <p:cNvSpPr/>
          <p:nvPr/>
        </p:nvSpPr>
        <p:spPr>
          <a:xfrm>
            <a:off x="408600" y="2774549"/>
            <a:ext cx="609257" cy="554057"/>
          </a:xfrm>
          <a:custGeom>
            <a:rect b="b" l="l" r="r" t="t"/>
            <a:pathLst>
              <a:path extrusionOk="0" h="42538" w="46767">
                <a:moveTo>
                  <a:pt x="8494" y="1"/>
                </a:moveTo>
                <a:lnTo>
                  <a:pt x="8494" y="4247"/>
                </a:lnTo>
                <a:lnTo>
                  <a:pt x="4230" y="4247"/>
                </a:lnTo>
                <a:lnTo>
                  <a:pt x="4230" y="8512"/>
                </a:lnTo>
                <a:lnTo>
                  <a:pt x="1" y="8512"/>
                </a:lnTo>
                <a:lnTo>
                  <a:pt x="1" y="12758"/>
                </a:lnTo>
                <a:lnTo>
                  <a:pt x="1" y="17022"/>
                </a:lnTo>
                <a:lnTo>
                  <a:pt x="1" y="21269"/>
                </a:lnTo>
                <a:lnTo>
                  <a:pt x="4230" y="21269"/>
                </a:lnTo>
                <a:lnTo>
                  <a:pt x="4230" y="25516"/>
                </a:lnTo>
                <a:lnTo>
                  <a:pt x="8494" y="25516"/>
                </a:lnTo>
                <a:lnTo>
                  <a:pt x="8494" y="29780"/>
                </a:lnTo>
                <a:lnTo>
                  <a:pt x="12758" y="29780"/>
                </a:lnTo>
                <a:lnTo>
                  <a:pt x="12758" y="34027"/>
                </a:lnTo>
                <a:lnTo>
                  <a:pt x="16987" y="34027"/>
                </a:lnTo>
                <a:lnTo>
                  <a:pt x="16987" y="38273"/>
                </a:lnTo>
                <a:lnTo>
                  <a:pt x="21252" y="38273"/>
                </a:lnTo>
                <a:lnTo>
                  <a:pt x="21252" y="42537"/>
                </a:lnTo>
                <a:lnTo>
                  <a:pt x="25516" y="42537"/>
                </a:lnTo>
                <a:lnTo>
                  <a:pt x="25516" y="38273"/>
                </a:lnTo>
                <a:lnTo>
                  <a:pt x="29745" y="38273"/>
                </a:lnTo>
                <a:lnTo>
                  <a:pt x="29745" y="34027"/>
                </a:lnTo>
                <a:lnTo>
                  <a:pt x="34009" y="34027"/>
                </a:lnTo>
                <a:lnTo>
                  <a:pt x="34009" y="29780"/>
                </a:lnTo>
                <a:lnTo>
                  <a:pt x="38273" y="29780"/>
                </a:lnTo>
                <a:lnTo>
                  <a:pt x="38273" y="25516"/>
                </a:lnTo>
                <a:lnTo>
                  <a:pt x="42520" y="25516"/>
                </a:lnTo>
                <a:lnTo>
                  <a:pt x="42520" y="21269"/>
                </a:lnTo>
                <a:lnTo>
                  <a:pt x="46767" y="21269"/>
                </a:lnTo>
                <a:lnTo>
                  <a:pt x="46767" y="17022"/>
                </a:lnTo>
                <a:lnTo>
                  <a:pt x="46767" y="12758"/>
                </a:lnTo>
                <a:lnTo>
                  <a:pt x="46767" y="8512"/>
                </a:lnTo>
                <a:lnTo>
                  <a:pt x="42520" y="8512"/>
                </a:lnTo>
                <a:lnTo>
                  <a:pt x="42520" y="4247"/>
                </a:lnTo>
                <a:lnTo>
                  <a:pt x="38273" y="4247"/>
                </a:lnTo>
                <a:lnTo>
                  <a:pt x="38273" y="1"/>
                </a:lnTo>
                <a:lnTo>
                  <a:pt x="29745" y="1"/>
                </a:lnTo>
                <a:lnTo>
                  <a:pt x="29745" y="4247"/>
                </a:lnTo>
                <a:lnTo>
                  <a:pt x="25516" y="4247"/>
                </a:lnTo>
                <a:lnTo>
                  <a:pt x="25516" y="8512"/>
                </a:lnTo>
                <a:lnTo>
                  <a:pt x="21252" y="8512"/>
                </a:lnTo>
                <a:lnTo>
                  <a:pt x="21252" y="4247"/>
                </a:lnTo>
                <a:lnTo>
                  <a:pt x="16987" y="4247"/>
                </a:lnTo>
                <a:lnTo>
                  <a:pt x="16987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21" name="Google Shape;821;p32"/>
          <p:cNvGrpSpPr/>
          <p:nvPr/>
        </p:nvGrpSpPr>
        <p:grpSpPr>
          <a:xfrm>
            <a:off x="8180049" y="1312243"/>
            <a:ext cx="651756" cy="651514"/>
            <a:chOff x="2814625" y="1652725"/>
            <a:chExt cx="2428300" cy="2427400"/>
          </a:xfrm>
        </p:grpSpPr>
        <p:sp>
          <p:nvSpPr>
            <p:cNvPr id="822" name="Google Shape;822;p32"/>
            <p:cNvSpPr/>
            <p:nvPr/>
          </p:nvSpPr>
          <p:spPr>
            <a:xfrm>
              <a:off x="3161400" y="1995900"/>
              <a:ext cx="173550" cy="173575"/>
            </a:xfrm>
            <a:custGeom>
              <a:rect b="b" l="l" r="r" t="t"/>
              <a:pathLst>
                <a:path extrusionOk="0" h="6943" w="6942">
                  <a:moveTo>
                    <a:pt x="0" y="1"/>
                  </a:moveTo>
                  <a:lnTo>
                    <a:pt x="0" y="6942"/>
                  </a:lnTo>
                  <a:lnTo>
                    <a:pt x="6942" y="6942"/>
                  </a:lnTo>
                  <a:lnTo>
                    <a:pt x="694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32"/>
            <p:cNvSpPr/>
            <p:nvPr/>
          </p:nvSpPr>
          <p:spPr>
            <a:xfrm>
              <a:off x="2988150" y="2169450"/>
              <a:ext cx="173275" cy="346800"/>
            </a:xfrm>
            <a:custGeom>
              <a:rect b="b" l="l" r="r" t="t"/>
              <a:pathLst>
                <a:path extrusionOk="0" h="13872" w="6931">
                  <a:moveTo>
                    <a:pt x="1" y="0"/>
                  </a:moveTo>
                  <a:lnTo>
                    <a:pt x="1" y="6930"/>
                  </a:lnTo>
                  <a:lnTo>
                    <a:pt x="1" y="13871"/>
                  </a:lnTo>
                  <a:lnTo>
                    <a:pt x="6930" y="13871"/>
                  </a:lnTo>
                  <a:lnTo>
                    <a:pt x="6930" y="6930"/>
                  </a:lnTo>
                  <a:lnTo>
                    <a:pt x="693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32"/>
            <p:cNvSpPr/>
            <p:nvPr/>
          </p:nvSpPr>
          <p:spPr>
            <a:xfrm>
              <a:off x="3616500" y="2175100"/>
              <a:ext cx="173875" cy="520325"/>
            </a:xfrm>
            <a:custGeom>
              <a:rect b="b" l="l" r="r" t="t"/>
              <a:pathLst>
                <a:path extrusionOk="0" h="20813" w="6955">
                  <a:moveTo>
                    <a:pt x="1" y="0"/>
                  </a:moveTo>
                  <a:lnTo>
                    <a:pt x="1" y="6942"/>
                  </a:lnTo>
                  <a:lnTo>
                    <a:pt x="1" y="13883"/>
                  </a:lnTo>
                  <a:lnTo>
                    <a:pt x="1" y="20813"/>
                  </a:lnTo>
                  <a:lnTo>
                    <a:pt x="6954" y="20813"/>
                  </a:lnTo>
                  <a:lnTo>
                    <a:pt x="6954" y="13883"/>
                  </a:lnTo>
                  <a:lnTo>
                    <a:pt x="6954" y="6942"/>
                  </a:lnTo>
                  <a:lnTo>
                    <a:pt x="695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32"/>
            <p:cNvSpPr/>
            <p:nvPr/>
          </p:nvSpPr>
          <p:spPr>
            <a:xfrm>
              <a:off x="4230875" y="2175100"/>
              <a:ext cx="173250" cy="520325"/>
            </a:xfrm>
            <a:custGeom>
              <a:rect b="b" l="l" r="r" t="t"/>
              <a:pathLst>
                <a:path extrusionOk="0" h="20813" w="6930">
                  <a:moveTo>
                    <a:pt x="0" y="0"/>
                  </a:moveTo>
                  <a:lnTo>
                    <a:pt x="0" y="6942"/>
                  </a:lnTo>
                  <a:lnTo>
                    <a:pt x="0" y="13883"/>
                  </a:lnTo>
                  <a:lnTo>
                    <a:pt x="0" y="20813"/>
                  </a:lnTo>
                  <a:lnTo>
                    <a:pt x="6930" y="20813"/>
                  </a:lnTo>
                  <a:lnTo>
                    <a:pt x="6930" y="13883"/>
                  </a:lnTo>
                  <a:lnTo>
                    <a:pt x="6930" y="6942"/>
                  </a:lnTo>
                  <a:lnTo>
                    <a:pt x="693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32"/>
            <p:cNvSpPr/>
            <p:nvPr/>
          </p:nvSpPr>
          <p:spPr>
            <a:xfrm>
              <a:off x="2814625" y="2519200"/>
              <a:ext cx="346800" cy="1040625"/>
            </a:xfrm>
            <a:custGeom>
              <a:rect b="b" l="l" r="r" t="t"/>
              <a:pathLst>
                <a:path extrusionOk="0" h="41625" w="13872">
                  <a:moveTo>
                    <a:pt x="1" y="0"/>
                  </a:moveTo>
                  <a:lnTo>
                    <a:pt x="1" y="6930"/>
                  </a:lnTo>
                  <a:lnTo>
                    <a:pt x="1" y="13871"/>
                  </a:lnTo>
                  <a:lnTo>
                    <a:pt x="1" y="20800"/>
                  </a:lnTo>
                  <a:lnTo>
                    <a:pt x="1" y="27742"/>
                  </a:lnTo>
                  <a:lnTo>
                    <a:pt x="6942" y="27742"/>
                  </a:lnTo>
                  <a:lnTo>
                    <a:pt x="6942" y="20800"/>
                  </a:lnTo>
                  <a:lnTo>
                    <a:pt x="6942" y="13871"/>
                  </a:lnTo>
                  <a:lnTo>
                    <a:pt x="6942" y="6930"/>
                  </a:lnTo>
                  <a:lnTo>
                    <a:pt x="6942" y="0"/>
                  </a:lnTo>
                  <a:close/>
                  <a:moveTo>
                    <a:pt x="6942" y="27742"/>
                  </a:moveTo>
                  <a:lnTo>
                    <a:pt x="6942" y="34671"/>
                  </a:lnTo>
                  <a:lnTo>
                    <a:pt x="6942" y="41624"/>
                  </a:lnTo>
                  <a:lnTo>
                    <a:pt x="13871" y="41624"/>
                  </a:lnTo>
                  <a:lnTo>
                    <a:pt x="13871" y="34671"/>
                  </a:lnTo>
                  <a:lnTo>
                    <a:pt x="13871" y="2774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32"/>
            <p:cNvSpPr/>
            <p:nvPr/>
          </p:nvSpPr>
          <p:spPr>
            <a:xfrm>
              <a:off x="3161400" y="3559800"/>
              <a:ext cx="173550" cy="173550"/>
            </a:xfrm>
            <a:custGeom>
              <a:rect b="b" l="l" r="r" t="t"/>
              <a:pathLst>
                <a:path extrusionOk="0" h="6942" w="6942">
                  <a:moveTo>
                    <a:pt x="0" y="0"/>
                  </a:moveTo>
                  <a:lnTo>
                    <a:pt x="0" y="6942"/>
                  </a:lnTo>
                  <a:lnTo>
                    <a:pt x="6942" y="6942"/>
                  </a:lnTo>
                  <a:lnTo>
                    <a:pt x="694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32"/>
            <p:cNvSpPr/>
            <p:nvPr/>
          </p:nvSpPr>
          <p:spPr>
            <a:xfrm>
              <a:off x="3334925" y="3733325"/>
              <a:ext cx="347100" cy="173250"/>
            </a:xfrm>
            <a:custGeom>
              <a:rect b="b" l="l" r="r" t="t"/>
              <a:pathLst>
                <a:path extrusionOk="0" h="6930" w="13884">
                  <a:moveTo>
                    <a:pt x="1" y="1"/>
                  </a:moveTo>
                  <a:lnTo>
                    <a:pt x="1" y="6930"/>
                  </a:lnTo>
                  <a:lnTo>
                    <a:pt x="13883" y="6930"/>
                  </a:lnTo>
                  <a:lnTo>
                    <a:pt x="1388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32"/>
            <p:cNvSpPr/>
            <p:nvPr/>
          </p:nvSpPr>
          <p:spPr>
            <a:xfrm>
              <a:off x="4375525" y="3733325"/>
              <a:ext cx="346800" cy="173250"/>
            </a:xfrm>
            <a:custGeom>
              <a:rect b="b" l="l" r="r" t="t"/>
              <a:pathLst>
                <a:path extrusionOk="0" h="6930" w="13872">
                  <a:moveTo>
                    <a:pt x="1" y="1"/>
                  </a:moveTo>
                  <a:lnTo>
                    <a:pt x="1" y="6930"/>
                  </a:lnTo>
                  <a:lnTo>
                    <a:pt x="13872" y="6930"/>
                  </a:lnTo>
                  <a:lnTo>
                    <a:pt x="1387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32"/>
            <p:cNvSpPr/>
            <p:nvPr/>
          </p:nvSpPr>
          <p:spPr>
            <a:xfrm>
              <a:off x="4722300" y="3559800"/>
              <a:ext cx="173275" cy="173550"/>
            </a:xfrm>
            <a:custGeom>
              <a:rect b="b" l="l" r="r" t="t"/>
              <a:pathLst>
                <a:path extrusionOk="0" h="6942" w="6931">
                  <a:moveTo>
                    <a:pt x="1" y="0"/>
                  </a:moveTo>
                  <a:lnTo>
                    <a:pt x="1" y="6942"/>
                  </a:lnTo>
                  <a:lnTo>
                    <a:pt x="6930" y="6942"/>
                  </a:lnTo>
                  <a:lnTo>
                    <a:pt x="693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32"/>
            <p:cNvSpPr/>
            <p:nvPr/>
          </p:nvSpPr>
          <p:spPr>
            <a:xfrm>
              <a:off x="4895850" y="3212725"/>
              <a:ext cx="173550" cy="347100"/>
            </a:xfrm>
            <a:custGeom>
              <a:rect b="b" l="l" r="r" t="t"/>
              <a:pathLst>
                <a:path extrusionOk="0" h="13884" w="6942">
                  <a:moveTo>
                    <a:pt x="0" y="1"/>
                  </a:moveTo>
                  <a:lnTo>
                    <a:pt x="0" y="6954"/>
                  </a:lnTo>
                  <a:lnTo>
                    <a:pt x="0" y="13883"/>
                  </a:lnTo>
                  <a:lnTo>
                    <a:pt x="6941" y="13883"/>
                  </a:lnTo>
                  <a:lnTo>
                    <a:pt x="6941" y="6954"/>
                  </a:lnTo>
                  <a:lnTo>
                    <a:pt x="694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32"/>
            <p:cNvSpPr/>
            <p:nvPr/>
          </p:nvSpPr>
          <p:spPr>
            <a:xfrm>
              <a:off x="5069375" y="2519200"/>
              <a:ext cx="173550" cy="693550"/>
            </a:xfrm>
            <a:custGeom>
              <a:rect b="b" l="l" r="r" t="t"/>
              <a:pathLst>
                <a:path extrusionOk="0" h="27742" w="6942">
                  <a:moveTo>
                    <a:pt x="0" y="0"/>
                  </a:moveTo>
                  <a:lnTo>
                    <a:pt x="0" y="6930"/>
                  </a:lnTo>
                  <a:lnTo>
                    <a:pt x="0" y="13871"/>
                  </a:lnTo>
                  <a:lnTo>
                    <a:pt x="0" y="20800"/>
                  </a:lnTo>
                  <a:lnTo>
                    <a:pt x="0" y="27742"/>
                  </a:lnTo>
                  <a:lnTo>
                    <a:pt x="6942" y="27742"/>
                  </a:lnTo>
                  <a:lnTo>
                    <a:pt x="6942" y="20800"/>
                  </a:lnTo>
                  <a:lnTo>
                    <a:pt x="6942" y="13871"/>
                  </a:lnTo>
                  <a:lnTo>
                    <a:pt x="6942" y="6930"/>
                  </a:lnTo>
                  <a:lnTo>
                    <a:pt x="694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32"/>
            <p:cNvSpPr/>
            <p:nvPr/>
          </p:nvSpPr>
          <p:spPr>
            <a:xfrm>
              <a:off x="4895850" y="2172425"/>
              <a:ext cx="173550" cy="346800"/>
            </a:xfrm>
            <a:custGeom>
              <a:rect b="b" l="l" r="r" t="t"/>
              <a:pathLst>
                <a:path extrusionOk="0" h="13872" w="6942">
                  <a:moveTo>
                    <a:pt x="0" y="0"/>
                  </a:moveTo>
                  <a:lnTo>
                    <a:pt x="0" y="6930"/>
                  </a:lnTo>
                  <a:lnTo>
                    <a:pt x="0" y="13871"/>
                  </a:lnTo>
                  <a:lnTo>
                    <a:pt x="6941" y="13871"/>
                  </a:lnTo>
                  <a:lnTo>
                    <a:pt x="6941" y="6930"/>
                  </a:lnTo>
                  <a:lnTo>
                    <a:pt x="694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32"/>
            <p:cNvSpPr/>
            <p:nvPr/>
          </p:nvSpPr>
          <p:spPr>
            <a:xfrm>
              <a:off x="4722300" y="1998875"/>
              <a:ext cx="173275" cy="173575"/>
            </a:xfrm>
            <a:custGeom>
              <a:rect b="b" l="l" r="r" t="t"/>
              <a:pathLst>
                <a:path extrusionOk="0" h="6943" w="6931">
                  <a:moveTo>
                    <a:pt x="1" y="1"/>
                  </a:moveTo>
                  <a:lnTo>
                    <a:pt x="1" y="6942"/>
                  </a:lnTo>
                  <a:lnTo>
                    <a:pt x="6930" y="6942"/>
                  </a:lnTo>
                  <a:lnTo>
                    <a:pt x="693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32"/>
            <p:cNvSpPr/>
            <p:nvPr/>
          </p:nvSpPr>
          <p:spPr>
            <a:xfrm>
              <a:off x="3334925" y="1652725"/>
              <a:ext cx="1387400" cy="346175"/>
            </a:xfrm>
            <a:custGeom>
              <a:rect b="b" l="l" r="r" t="t"/>
              <a:pathLst>
                <a:path extrusionOk="0" h="13847" w="55496">
                  <a:moveTo>
                    <a:pt x="6954" y="0"/>
                  </a:moveTo>
                  <a:lnTo>
                    <a:pt x="6954" y="6799"/>
                  </a:lnTo>
                  <a:lnTo>
                    <a:pt x="1" y="6799"/>
                  </a:lnTo>
                  <a:lnTo>
                    <a:pt x="1" y="13728"/>
                  </a:lnTo>
                  <a:lnTo>
                    <a:pt x="6954" y="13728"/>
                  </a:lnTo>
                  <a:lnTo>
                    <a:pt x="6954" y="6929"/>
                  </a:lnTo>
                  <a:lnTo>
                    <a:pt x="48554" y="6929"/>
                  </a:lnTo>
                  <a:lnTo>
                    <a:pt x="48554" y="13847"/>
                  </a:lnTo>
                  <a:lnTo>
                    <a:pt x="55496" y="13847"/>
                  </a:lnTo>
                  <a:lnTo>
                    <a:pt x="55496" y="6918"/>
                  </a:lnTo>
                  <a:lnTo>
                    <a:pt x="48554" y="6918"/>
                  </a:lnTo>
                  <a:lnTo>
                    <a:pt x="4855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32"/>
            <p:cNvSpPr/>
            <p:nvPr/>
          </p:nvSpPr>
          <p:spPr>
            <a:xfrm>
              <a:off x="3682000" y="3906550"/>
              <a:ext cx="693550" cy="173575"/>
            </a:xfrm>
            <a:custGeom>
              <a:rect b="b" l="l" r="r" t="t"/>
              <a:pathLst>
                <a:path extrusionOk="0" h="6943" w="27742">
                  <a:moveTo>
                    <a:pt x="0" y="1"/>
                  </a:moveTo>
                  <a:lnTo>
                    <a:pt x="0" y="6942"/>
                  </a:lnTo>
                  <a:lnTo>
                    <a:pt x="27742" y="6942"/>
                  </a:lnTo>
                  <a:lnTo>
                    <a:pt x="2774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32"/>
            <p:cNvSpPr/>
            <p:nvPr/>
          </p:nvSpPr>
          <p:spPr>
            <a:xfrm>
              <a:off x="3682000" y="3186225"/>
              <a:ext cx="693550" cy="173575"/>
            </a:xfrm>
            <a:custGeom>
              <a:rect b="b" l="l" r="r" t="t"/>
              <a:pathLst>
                <a:path extrusionOk="0" h="6943" w="27742">
                  <a:moveTo>
                    <a:pt x="0" y="1"/>
                  </a:moveTo>
                  <a:lnTo>
                    <a:pt x="0" y="6942"/>
                  </a:lnTo>
                  <a:lnTo>
                    <a:pt x="27742" y="6942"/>
                  </a:lnTo>
                  <a:lnTo>
                    <a:pt x="2774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32"/>
            <p:cNvSpPr/>
            <p:nvPr/>
          </p:nvSpPr>
          <p:spPr>
            <a:xfrm>
              <a:off x="4375525" y="3013000"/>
              <a:ext cx="173275" cy="173250"/>
            </a:xfrm>
            <a:custGeom>
              <a:rect b="b" l="l" r="r" t="t"/>
              <a:pathLst>
                <a:path extrusionOk="0" h="6930" w="6931">
                  <a:moveTo>
                    <a:pt x="1" y="1"/>
                  </a:moveTo>
                  <a:lnTo>
                    <a:pt x="1" y="6930"/>
                  </a:lnTo>
                  <a:lnTo>
                    <a:pt x="6930" y="6930"/>
                  </a:lnTo>
                  <a:lnTo>
                    <a:pt x="693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32"/>
            <p:cNvSpPr/>
            <p:nvPr/>
          </p:nvSpPr>
          <p:spPr>
            <a:xfrm>
              <a:off x="3508750" y="3013000"/>
              <a:ext cx="173275" cy="173250"/>
            </a:xfrm>
            <a:custGeom>
              <a:rect b="b" l="l" r="r" t="t"/>
              <a:pathLst>
                <a:path extrusionOk="0" h="6930" w="6931">
                  <a:moveTo>
                    <a:pt x="1" y="1"/>
                  </a:moveTo>
                  <a:lnTo>
                    <a:pt x="1" y="6930"/>
                  </a:lnTo>
                  <a:lnTo>
                    <a:pt x="6930" y="6930"/>
                  </a:lnTo>
                  <a:lnTo>
                    <a:pt x="693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840" name="Google Shape;840;p32"/>
          <p:cNvCxnSpPr/>
          <p:nvPr/>
        </p:nvCxnSpPr>
        <p:spPr>
          <a:xfrm>
            <a:off x="7750050" y="3994600"/>
            <a:ext cx="0" cy="1149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41" name="Google Shape;841;p32"/>
          <p:cNvGrpSpPr/>
          <p:nvPr/>
        </p:nvGrpSpPr>
        <p:grpSpPr>
          <a:xfrm flipH="1">
            <a:off x="7810746" y="522220"/>
            <a:ext cx="369304" cy="554077"/>
            <a:chOff x="3119125" y="3168075"/>
            <a:chExt cx="419425" cy="629275"/>
          </a:xfrm>
        </p:grpSpPr>
        <p:sp>
          <p:nvSpPr>
            <p:cNvPr id="842" name="Google Shape;842;p32"/>
            <p:cNvSpPr/>
            <p:nvPr/>
          </p:nvSpPr>
          <p:spPr>
            <a:xfrm>
              <a:off x="3119125" y="3168075"/>
              <a:ext cx="419425" cy="629275"/>
            </a:xfrm>
            <a:custGeom>
              <a:rect b="b" l="l" r="r" t="t"/>
              <a:pathLst>
                <a:path extrusionOk="0" h="25171" w="16777">
                  <a:moveTo>
                    <a:pt x="2799" y="1"/>
                  </a:moveTo>
                  <a:lnTo>
                    <a:pt x="2799" y="2799"/>
                  </a:lnTo>
                  <a:lnTo>
                    <a:pt x="1" y="2799"/>
                  </a:lnTo>
                  <a:lnTo>
                    <a:pt x="1" y="22372"/>
                  </a:lnTo>
                  <a:lnTo>
                    <a:pt x="2799" y="22372"/>
                  </a:lnTo>
                  <a:lnTo>
                    <a:pt x="2799" y="25170"/>
                  </a:lnTo>
                  <a:lnTo>
                    <a:pt x="5597" y="25170"/>
                  </a:lnTo>
                  <a:lnTo>
                    <a:pt x="5597" y="22372"/>
                  </a:lnTo>
                  <a:lnTo>
                    <a:pt x="8395" y="22372"/>
                  </a:lnTo>
                  <a:lnTo>
                    <a:pt x="8395" y="19574"/>
                  </a:lnTo>
                  <a:lnTo>
                    <a:pt x="11181" y="19574"/>
                  </a:lnTo>
                  <a:lnTo>
                    <a:pt x="11181" y="16777"/>
                  </a:lnTo>
                  <a:lnTo>
                    <a:pt x="13979" y="16777"/>
                  </a:lnTo>
                  <a:lnTo>
                    <a:pt x="13979" y="13979"/>
                  </a:lnTo>
                  <a:lnTo>
                    <a:pt x="16777" y="13979"/>
                  </a:lnTo>
                  <a:lnTo>
                    <a:pt x="16777" y="11193"/>
                  </a:lnTo>
                  <a:lnTo>
                    <a:pt x="13979" y="11193"/>
                  </a:lnTo>
                  <a:lnTo>
                    <a:pt x="13979" y="8395"/>
                  </a:lnTo>
                  <a:lnTo>
                    <a:pt x="11181" y="8395"/>
                  </a:lnTo>
                  <a:lnTo>
                    <a:pt x="11181" y="5597"/>
                  </a:lnTo>
                  <a:lnTo>
                    <a:pt x="8395" y="5597"/>
                  </a:lnTo>
                  <a:lnTo>
                    <a:pt x="8395" y="2799"/>
                  </a:lnTo>
                  <a:lnTo>
                    <a:pt x="5597" y="2799"/>
                  </a:lnTo>
                  <a:lnTo>
                    <a:pt x="559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32"/>
            <p:cNvSpPr/>
            <p:nvPr/>
          </p:nvSpPr>
          <p:spPr>
            <a:xfrm>
              <a:off x="3468575" y="34478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8"/>
                  </a:lnTo>
                  <a:lnTo>
                    <a:pt x="2799" y="2798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32"/>
            <p:cNvSpPr/>
            <p:nvPr/>
          </p:nvSpPr>
          <p:spPr>
            <a:xfrm>
              <a:off x="3398625" y="337792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9" y="2799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32"/>
            <p:cNvSpPr/>
            <p:nvPr/>
          </p:nvSpPr>
          <p:spPr>
            <a:xfrm>
              <a:off x="3398625" y="351722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9" y="2799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32"/>
            <p:cNvSpPr/>
            <p:nvPr/>
          </p:nvSpPr>
          <p:spPr>
            <a:xfrm>
              <a:off x="3328975" y="35871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8" y="2799"/>
                  </a:lnTo>
                  <a:lnTo>
                    <a:pt x="279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32"/>
            <p:cNvSpPr/>
            <p:nvPr/>
          </p:nvSpPr>
          <p:spPr>
            <a:xfrm>
              <a:off x="3259025" y="365742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0"/>
                  </a:moveTo>
                  <a:lnTo>
                    <a:pt x="1" y="2798"/>
                  </a:lnTo>
                  <a:lnTo>
                    <a:pt x="2799" y="2798"/>
                  </a:lnTo>
                  <a:lnTo>
                    <a:pt x="279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32"/>
            <p:cNvSpPr/>
            <p:nvPr/>
          </p:nvSpPr>
          <p:spPr>
            <a:xfrm>
              <a:off x="3328975" y="33079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8" y="2799"/>
                  </a:lnTo>
                  <a:lnTo>
                    <a:pt x="279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32"/>
            <p:cNvSpPr/>
            <p:nvPr/>
          </p:nvSpPr>
          <p:spPr>
            <a:xfrm>
              <a:off x="3259025" y="323802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9" y="2799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32"/>
            <p:cNvSpPr/>
            <p:nvPr/>
          </p:nvSpPr>
          <p:spPr>
            <a:xfrm>
              <a:off x="3189075" y="31680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9" y="2799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32"/>
            <p:cNvSpPr/>
            <p:nvPr/>
          </p:nvSpPr>
          <p:spPr>
            <a:xfrm>
              <a:off x="3189075" y="37273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0"/>
                  </a:moveTo>
                  <a:lnTo>
                    <a:pt x="1" y="2798"/>
                  </a:lnTo>
                  <a:lnTo>
                    <a:pt x="2799" y="2798"/>
                  </a:lnTo>
                  <a:lnTo>
                    <a:pt x="279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" name="Google Shape;852;p32"/>
            <p:cNvSpPr/>
            <p:nvPr/>
          </p:nvSpPr>
          <p:spPr>
            <a:xfrm>
              <a:off x="3119125" y="3238025"/>
              <a:ext cx="69975" cy="489375"/>
            </a:xfrm>
            <a:custGeom>
              <a:rect b="b" l="l" r="r" t="t"/>
              <a:pathLst>
                <a:path extrusionOk="0" h="19575" w="2799">
                  <a:moveTo>
                    <a:pt x="1" y="1"/>
                  </a:moveTo>
                  <a:lnTo>
                    <a:pt x="1" y="19574"/>
                  </a:lnTo>
                  <a:lnTo>
                    <a:pt x="2799" y="19574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53" name="Google Shape;853;p32"/>
          <p:cNvSpPr/>
          <p:nvPr/>
        </p:nvSpPr>
        <p:spPr>
          <a:xfrm>
            <a:off x="1190650" y="621000"/>
            <a:ext cx="356529" cy="356529"/>
          </a:xfrm>
          <a:custGeom>
            <a:rect b="b" l="l" r="r" t="t"/>
            <a:pathLst>
              <a:path extrusionOk="0" h="18914" w="18914">
                <a:moveTo>
                  <a:pt x="7030" y="0"/>
                </a:moveTo>
                <a:lnTo>
                  <a:pt x="7030" y="3141"/>
                </a:lnTo>
                <a:lnTo>
                  <a:pt x="3141" y="3141"/>
                </a:lnTo>
                <a:lnTo>
                  <a:pt x="3141" y="7030"/>
                </a:lnTo>
                <a:lnTo>
                  <a:pt x="0" y="7030"/>
                </a:lnTo>
                <a:lnTo>
                  <a:pt x="0" y="11883"/>
                </a:lnTo>
                <a:lnTo>
                  <a:pt x="3141" y="11883"/>
                </a:lnTo>
                <a:lnTo>
                  <a:pt x="3141" y="15773"/>
                </a:lnTo>
                <a:lnTo>
                  <a:pt x="7030" y="15773"/>
                </a:lnTo>
                <a:lnTo>
                  <a:pt x="7030" y="18913"/>
                </a:lnTo>
                <a:lnTo>
                  <a:pt x="11884" y="18913"/>
                </a:lnTo>
                <a:lnTo>
                  <a:pt x="11884" y="15773"/>
                </a:lnTo>
                <a:lnTo>
                  <a:pt x="15773" y="15773"/>
                </a:lnTo>
                <a:lnTo>
                  <a:pt x="15773" y="11883"/>
                </a:lnTo>
                <a:lnTo>
                  <a:pt x="18914" y="11883"/>
                </a:lnTo>
                <a:lnTo>
                  <a:pt x="18914" y="7030"/>
                </a:lnTo>
                <a:lnTo>
                  <a:pt x="15773" y="7030"/>
                </a:lnTo>
                <a:lnTo>
                  <a:pt x="15773" y="3141"/>
                </a:lnTo>
                <a:lnTo>
                  <a:pt x="11884" y="3141"/>
                </a:lnTo>
                <a:lnTo>
                  <a:pt x="1188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4" name="Google Shape;854;p32"/>
          <p:cNvSpPr txBox="1"/>
          <p:nvPr/>
        </p:nvSpPr>
        <p:spPr>
          <a:xfrm>
            <a:off x="1657325" y="491463"/>
            <a:ext cx="6296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Primary Objective</a:t>
            </a:r>
            <a:endParaRPr sz="2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855" name="Google Shape;855;p32"/>
          <p:cNvSpPr txBox="1"/>
          <p:nvPr/>
        </p:nvSpPr>
        <p:spPr>
          <a:xfrm>
            <a:off x="941825" y="1198113"/>
            <a:ext cx="4933200" cy="30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mo"/>
              <a:buChar char="●"/>
            </a:pPr>
            <a:r>
              <a:rPr lang="en" sz="1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A fully fledged Slot Machine website with a pirate theme</a:t>
            </a:r>
            <a:endParaRPr sz="1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mo"/>
              <a:buChar char="●"/>
            </a:pPr>
            <a:r>
              <a:rPr lang="en" sz="1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It will have a variety of features commonly seen in other slot machines + features to keep player engagement</a:t>
            </a:r>
            <a:endParaRPr sz="1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mo"/>
              <a:buChar char="○"/>
            </a:pPr>
            <a:r>
              <a:rPr lang="en" sz="1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Cache login with password encryption + guest login</a:t>
            </a:r>
            <a:endParaRPr sz="1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mo"/>
              <a:buChar char="○"/>
            </a:pPr>
            <a:r>
              <a:rPr lang="en" sz="1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Soundtrack and sound effects</a:t>
            </a:r>
            <a:endParaRPr sz="1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mo"/>
              <a:buChar char="○"/>
            </a:pPr>
            <a:r>
              <a:rPr lang="en" sz="1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Animations </a:t>
            </a:r>
            <a:endParaRPr sz="1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mo"/>
              <a:buChar char="○"/>
            </a:pPr>
            <a:r>
              <a:rPr lang="en" sz="1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Leaderboard system</a:t>
            </a:r>
            <a:endParaRPr sz="1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mo"/>
              <a:buChar char="○"/>
            </a:pPr>
            <a:r>
              <a:rPr lang="en" sz="1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Buy cosmetics with tokens won.</a:t>
            </a:r>
            <a:endParaRPr sz="1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id="856" name="Google Shape;85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75025" y="2058275"/>
            <a:ext cx="3132726" cy="1936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1" name="Google Shape;861;p33"/>
          <p:cNvGrpSpPr/>
          <p:nvPr/>
        </p:nvGrpSpPr>
        <p:grpSpPr>
          <a:xfrm flipH="1" rot="10800000">
            <a:off x="703550" y="3419658"/>
            <a:ext cx="238275" cy="1723842"/>
            <a:chOff x="474950" y="-375"/>
            <a:chExt cx="238275" cy="940500"/>
          </a:xfrm>
        </p:grpSpPr>
        <p:cxnSp>
          <p:nvCxnSpPr>
            <p:cNvPr id="862" name="Google Shape;862;p33"/>
            <p:cNvCxnSpPr/>
            <p:nvPr/>
          </p:nvCxnSpPr>
          <p:spPr>
            <a:xfrm>
              <a:off x="474950" y="-375"/>
              <a:ext cx="0" cy="9405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63" name="Google Shape;863;p33"/>
            <p:cNvCxnSpPr/>
            <p:nvPr/>
          </p:nvCxnSpPr>
          <p:spPr>
            <a:xfrm>
              <a:off x="713225" y="-375"/>
              <a:ext cx="0" cy="40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64" name="Google Shape;864;p33"/>
          <p:cNvSpPr/>
          <p:nvPr/>
        </p:nvSpPr>
        <p:spPr>
          <a:xfrm>
            <a:off x="408600" y="2774549"/>
            <a:ext cx="609257" cy="554057"/>
          </a:xfrm>
          <a:custGeom>
            <a:rect b="b" l="l" r="r" t="t"/>
            <a:pathLst>
              <a:path extrusionOk="0" h="42538" w="46767">
                <a:moveTo>
                  <a:pt x="8494" y="1"/>
                </a:moveTo>
                <a:lnTo>
                  <a:pt x="8494" y="4247"/>
                </a:lnTo>
                <a:lnTo>
                  <a:pt x="4230" y="4247"/>
                </a:lnTo>
                <a:lnTo>
                  <a:pt x="4230" y="8512"/>
                </a:lnTo>
                <a:lnTo>
                  <a:pt x="1" y="8512"/>
                </a:lnTo>
                <a:lnTo>
                  <a:pt x="1" y="12758"/>
                </a:lnTo>
                <a:lnTo>
                  <a:pt x="1" y="17022"/>
                </a:lnTo>
                <a:lnTo>
                  <a:pt x="1" y="21269"/>
                </a:lnTo>
                <a:lnTo>
                  <a:pt x="4230" y="21269"/>
                </a:lnTo>
                <a:lnTo>
                  <a:pt x="4230" y="25516"/>
                </a:lnTo>
                <a:lnTo>
                  <a:pt x="8494" y="25516"/>
                </a:lnTo>
                <a:lnTo>
                  <a:pt x="8494" y="29780"/>
                </a:lnTo>
                <a:lnTo>
                  <a:pt x="12758" y="29780"/>
                </a:lnTo>
                <a:lnTo>
                  <a:pt x="12758" y="34027"/>
                </a:lnTo>
                <a:lnTo>
                  <a:pt x="16987" y="34027"/>
                </a:lnTo>
                <a:lnTo>
                  <a:pt x="16987" y="38273"/>
                </a:lnTo>
                <a:lnTo>
                  <a:pt x="21252" y="38273"/>
                </a:lnTo>
                <a:lnTo>
                  <a:pt x="21252" y="42537"/>
                </a:lnTo>
                <a:lnTo>
                  <a:pt x="25516" y="42537"/>
                </a:lnTo>
                <a:lnTo>
                  <a:pt x="25516" y="38273"/>
                </a:lnTo>
                <a:lnTo>
                  <a:pt x="29745" y="38273"/>
                </a:lnTo>
                <a:lnTo>
                  <a:pt x="29745" y="34027"/>
                </a:lnTo>
                <a:lnTo>
                  <a:pt x="34009" y="34027"/>
                </a:lnTo>
                <a:lnTo>
                  <a:pt x="34009" y="29780"/>
                </a:lnTo>
                <a:lnTo>
                  <a:pt x="38273" y="29780"/>
                </a:lnTo>
                <a:lnTo>
                  <a:pt x="38273" y="25516"/>
                </a:lnTo>
                <a:lnTo>
                  <a:pt x="42520" y="25516"/>
                </a:lnTo>
                <a:lnTo>
                  <a:pt x="42520" y="21269"/>
                </a:lnTo>
                <a:lnTo>
                  <a:pt x="46767" y="21269"/>
                </a:lnTo>
                <a:lnTo>
                  <a:pt x="46767" y="17022"/>
                </a:lnTo>
                <a:lnTo>
                  <a:pt x="46767" y="12758"/>
                </a:lnTo>
                <a:lnTo>
                  <a:pt x="46767" y="8512"/>
                </a:lnTo>
                <a:lnTo>
                  <a:pt x="42520" y="8512"/>
                </a:lnTo>
                <a:lnTo>
                  <a:pt x="42520" y="4247"/>
                </a:lnTo>
                <a:lnTo>
                  <a:pt x="38273" y="4247"/>
                </a:lnTo>
                <a:lnTo>
                  <a:pt x="38273" y="1"/>
                </a:lnTo>
                <a:lnTo>
                  <a:pt x="29745" y="1"/>
                </a:lnTo>
                <a:lnTo>
                  <a:pt x="29745" y="4247"/>
                </a:lnTo>
                <a:lnTo>
                  <a:pt x="25516" y="4247"/>
                </a:lnTo>
                <a:lnTo>
                  <a:pt x="25516" y="8512"/>
                </a:lnTo>
                <a:lnTo>
                  <a:pt x="21252" y="8512"/>
                </a:lnTo>
                <a:lnTo>
                  <a:pt x="21252" y="4247"/>
                </a:lnTo>
                <a:lnTo>
                  <a:pt x="16987" y="4247"/>
                </a:lnTo>
                <a:lnTo>
                  <a:pt x="16987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65" name="Google Shape;865;p33"/>
          <p:cNvGrpSpPr/>
          <p:nvPr/>
        </p:nvGrpSpPr>
        <p:grpSpPr>
          <a:xfrm>
            <a:off x="8180049" y="1312243"/>
            <a:ext cx="651756" cy="651514"/>
            <a:chOff x="2814625" y="1652725"/>
            <a:chExt cx="2428300" cy="2427400"/>
          </a:xfrm>
        </p:grpSpPr>
        <p:sp>
          <p:nvSpPr>
            <p:cNvPr id="866" name="Google Shape;866;p33"/>
            <p:cNvSpPr/>
            <p:nvPr/>
          </p:nvSpPr>
          <p:spPr>
            <a:xfrm>
              <a:off x="3161400" y="1995900"/>
              <a:ext cx="173550" cy="173575"/>
            </a:xfrm>
            <a:custGeom>
              <a:rect b="b" l="l" r="r" t="t"/>
              <a:pathLst>
                <a:path extrusionOk="0" h="6943" w="6942">
                  <a:moveTo>
                    <a:pt x="0" y="1"/>
                  </a:moveTo>
                  <a:lnTo>
                    <a:pt x="0" y="6942"/>
                  </a:lnTo>
                  <a:lnTo>
                    <a:pt x="6942" y="6942"/>
                  </a:lnTo>
                  <a:lnTo>
                    <a:pt x="694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33"/>
            <p:cNvSpPr/>
            <p:nvPr/>
          </p:nvSpPr>
          <p:spPr>
            <a:xfrm>
              <a:off x="2988150" y="2169450"/>
              <a:ext cx="173275" cy="346800"/>
            </a:xfrm>
            <a:custGeom>
              <a:rect b="b" l="l" r="r" t="t"/>
              <a:pathLst>
                <a:path extrusionOk="0" h="13872" w="6931">
                  <a:moveTo>
                    <a:pt x="1" y="0"/>
                  </a:moveTo>
                  <a:lnTo>
                    <a:pt x="1" y="6930"/>
                  </a:lnTo>
                  <a:lnTo>
                    <a:pt x="1" y="13871"/>
                  </a:lnTo>
                  <a:lnTo>
                    <a:pt x="6930" y="13871"/>
                  </a:lnTo>
                  <a:lnTo>
                    <a:pt x="6930" y="6930"/>
                  </a:lnTo>
                  <a:lnTo>
                    <a:pt x="693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33"/>
            <p:cNvSpPr/>
            <p:nvPr/>
          </p:nvSpPr>
          <p:spPr>
            <a:xfrm>
              <a:off x="3616500" y="2175100"/>
              <a:ext cx="173875" cy="520325"/>
            </a:xfrm>
            <a:custGeom>
              <a:rect b="b" l="l" r="r" t="t"/>
              <a:pathLst>
                <a:path extrusionOk="0" h="20813" w="6955">
                  <a:moveTo>
                    <a:pt x="1" y="0"/>
                  </a:moveTo>
                  <a:lnTo>
                    <a:pt x="1" y="6942"/>
                  </a:lnTo>
                  <a:lnTo>
                    <a:pt x="1" y="13883"/>
                  </a:lnTo>
                  <a:lnTo>
                    <a:pt x="1" y="20813"/>
                  </a:lnTo>
                  <a:lnTo>
                    <a:pt x="6954" y="20813"/>
                  </a:lnTo>
                  <a:lnTo>
                    <a:pt x="6954" y="13883"/>
                  </a:lnTo>
                  <a:lnTo>
                    <a:pt x="6954" y="6942"/>
                  </a:lnTo>
                  <a:lnTo>
                    <a:pt x="695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33"/>
            <p:cNvSpPr/>
            <p:nvPr/>
          </p:nvSpPr>
          <p:spPr>
            <a:xfrm>
              <a:off x="4230875" y="2175100"/>
              <a:ext cx="173250" cy="520325"/>
            </a:xfrm>
            <a:custGeom>
              <a:rect b="b" l="l" r="r" t="t"/>
              <a:pathLst>
                <a:path extrusionOk="0" h="20813" w="6930">
                  <a:moveTo>
                    <a:pt x="0" y="0"/>
                  </a:moveTo>
                  <a:lnTo>
                    <a:pt x="0" y="6942"/>
                  </a:lnTo>
                  <a:lnTo>
                    <a:pt x="0" y="13883"/>
                  </a:lnTo>
                  <a:lnTo>
                    <a:pt x="0" y="20813"/>
                  </a:lnTo>
                  <a:lnTo>
                    <a:pt x="6930" y="20813"/>
                  </a:lnTo>
                  <a:lnTo>
                    <a:pt x="6930" y="13883"/>
                  </a:lnTo>
                  <a:lnTo>
                    <a:pt x="6930" y="6942"/>
                  </a:lnTo>
                  <a:lnTo>
                    <a:pt x="693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0" name="Google Shape;870;p33"/>
            <p:cNvSpPr/>
            <p:nvPr/>
          </p:nvSpPr>
          <p:spPr>
            <a:xfrm>
              <a:off x="2814625" y="2519200"/>
              <a:ext cx="346800" cy="1040625"/>
            </a:xfrm>
            <a:custGeom>
              <a:rect b="b" l="l" r="r" t="t"/>
              <a:pathLst>
                <a:path extrusionOk="0" h="41625" w="13872">
                  <a:moveTo>
                    <a:pt x="1" y="0"/>
                  </a:moveTo>
                  <a:lnTo>
                    <a:pt x="1" y="6930"/>
                  </a:lnTo>
                  <a:lnTo>
                    <a:pt x="1" y="13871"/>
                  </a:lnTo>
                  <a:lnTo>
                    <a:pt x="1" y="20800"/>
                  </a:lnTo>
                  <a:lnTo>
                    <a:pt x="1" y="27742"/>
                  </a:lnTo>
                  <a:lnTo>
                    <a:pt x="6942" y="27742"/>
                  </a:lnTo>
                  <a:lnTo>
                    <a:pt x="6942" y="20800"/>
                  </a:lnTo>
                  <a:lnTo>
                    <a:pt x="6942" y="13871"/>
                  </a:lnTo>
                  <a:lnTo>
                    <a:pt x="6942" y="6930"/>
                  </a:lnTo>
                  <a:lnTo>
                    <a:pt x="6942" y="0"/>
                  </a:lnTo>
                  <a:close/>
                  <a:moveTo>
                    <a:pt x="6942" y="27742"/>
                  </a:moveTo>
                  <a:lnTo>
                    <a:pt x="6942" y="34671"/>
                  </a:lnTo>
                  <a:lnTo>
                    <a:pt x="6942" y="41624"/>
                  </a:lnTo>
                  <a:lnTo>
                    <a:pt x="13871" y="41624"/>
                  </a:lnTo>
                  <a:lnTo>
                    <a:pt x="13871" y="34671"/>
                  </a:lnTo>
                  <a:lnTo>
                    <a:pt x="13871" y="2774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" name="Google Shape;871;p33"/>
            <p:cNvSpPr/>
            <p:nvPr/>
          </p:nvSpPr>
          <p:spPr>
            <a:xfrm>
              <a:off x="3161400" y="3559800"/>
              <a:ext cx="173550" cy="173550"/>
            </a:xfrm>
            <a:custGeom>
              <a:rect b="b" l="l" r="r" t="t"/>
              <a:pathLst>
                <a:path extrusionOk="0" h="6942" w="6942">
                  <a:moveTo>
                    <a:pt x="0" y="0"/>
                  </a:moveTo>
                  <a:lnTo>
                    <a:pt x="0" y="6942"/>
                  </a:lnTo>
                  <a:lnTo>
                    <a:pt x="6942" y="6942"/>
                  </a:lnTo>
                  <a:lnTo>
                    <a:pt x="694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" name="Google Shape;872;p33"/>
            <p:cNvSpPr/>
            <p:nvPr/>
          </p:nvSpPr>
          <p:spPr>
            <a:xfrm>
              <a:off x="3334925" y="3733325"/>
              <a:ext cx="347100" cy="173250"/>
            </a:xfrm>
            <a:custGeom>
              <a:rect b="b" l="l" r="r" t="t"/>
              <a:pathLst>
                <a:path extrusionOk="0" h="6930" w="13884">
                  <a:moveTo>
                    <a:pt x="1" y="1"/>
                  </a:moveTo>
                  <a:lnTo>
                    <a:pt x="1" y="6930"/>
                  </a:lnTo>
                  <a:lnTo>
                    <a:pt x="13883" y="6930"/>
                  </a:lnTo>
                  <a:lnTo>
                    <a:pt x="1388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3" name="Google Shape;873;p33"/>
            <p:cNvSpPr/>
            <p:nvPr/>
          </p:nvSpPr>
          <p:spPr>
            <a:xfrm>
              <a:off x="4375525" y="3733325"/>
              <a:ext cx="346800" cy="173250"/>
            </a:xfrm>
            <a:custGeom>
              <a:rect b="b" l="l" r="r" t="t"/>
              <a:pathLst>
                <a:path extrusionOk="0" h="6930" w="13872">
                  <a:moveTo>
                    <a:pt x="1" y="1"/>
                  </a:moveTo>
                  <a:lnTo>
                    <a:pt x="1" y="6930"/>
                  </a:lnTo>
                  <a:lnTo>
                    <a:pt x="13872" y="6930"/>
                  </a:lnTo>
                  <a:lnTo>
                    <a:pt x="1387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33"/>
            <p:cNvSpPr/>
            <p:nvPr/>
          </p:nvSpPr>
          <p:spPr>
            <a:xfrm>
              <a:off x="4722300" y="3559800"/>
              <a:ext cx="173275" cy="173550"/>
            </a:xfrm>
            <a:custGeom>
              <a:rect b="b" l="l" r="r" t="t"/>
              <a:pathLst>
                <a:path extrusionOk="0" h="6942" w="6931">
                  <a:moveTo>
                    <a:pt x="1" y="0"/>
                  </a:moveTo>
                  <a:lnTo>
                    <a:pt x="1" y="6942"/>
                  </a:lnTo>
                  <a:lnTo>
                    <a:pt x="6930" y="6942"/>
                  </a:lnTo>
                  <a:lnTo>
                    <a:pt x="693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5" name="Google Shape;875;p33"/>
            <p:cNvSpPr/>
            <p:nvPr/>
          </p:nvSpPr>
          <p:spPr>
            <a:xfrm>
              <a:off x="4895850" y="3212725"/>
              <a:ext cx="173550" cy="347100"/>
            </a:xfrm>
            <a:custGeom>
              <a:rect b="b" l="l" r="r" t="t"/>
              <a:pathLst>
                <a:path extrusionOk="0" h="13884" w="6942">
                  <a:moveTo>
                    <a:pt x="0" y="1"/>
                  </a:moveTo>
                  <a:lnTo>
                    <a:pt x="0" y="6954"/>
                  </a:lnTo>
                  <a:lnTo>
                    <a:pt x="0" y="13883"/>
                  </a:lnTo>
                  <a:lnTo>
                    <a:pt x="6941" y="13883"/>
                  </a:lnTo>
                  <a:lnTo>
                    <a:pt x="6941" y="6954"/>
                  </a:lnTo>
                  <a:lnTo>
                    <a:pt x="694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" name="Google Shape;876;p33"/>
            <p:cNvSpPr/>
            <p:nvPr/>
          </p:nvSpPr>
          <p:spPr>
            <a:xfrm>
              <a:off x="5069375" y="2519200"/>
              <a:ext cx="173550" cy="693550"/>
            </a:xfrm>
            <a:custGeom>
              <a:rect b="b" l="l" r="r" t="t"/>
              <a:pathLst>
                <a:path extrusionOk="0" h="27742" w="6942">
                  <a:moveTo>
                    <a:pt x="0" y="0"/>
                  </a:moveTo>
                  <a:lnTo>
                    <a:pt x="0" y="6930"/>
                  </a:lnTo>
                  <a:lnTo>
                    <a:pt x="0" y="13871"/>
                  </a:lnTo>
                  <a:lnTo>
                    <a:pt x="0" y="20800"/>
                  </a:lnTo>
                  <a:lnTo>
                    <a:pt x="0" y="27742"/>
                  </a:lnTo>
                  <a:lnTo>
                    <a:pt x="6942" y="27742"/>
                  </a:lnTo>
                  <a:lnTo>
                    <a:pt x="6942" y="20800"/>
                  </a:lnTo>
                  <a:lnTo>
                    <a:pt x="6942" y="13871"/>
                  </a:lnTo>
                  <a:lnTo>
                    <a:pt x="6942" y="6930"/>
                  </a:lnTo>
                  <a:lnTo>
                    <a:pt x="694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33"/>
            <p:cNvSpPr/>
            <p:nvPr/>
          </p:nvSpPr>
          <p:spPr>
            <a:xfrm>
              <a:off x="4895850" y="2172425"/>
              <a:ext cx="173550" cy="346800"/>
            </a:xfrm>
            <a:custGeom>
              <a:rect b="b" l="l" r="r" t="t"/>
              <a:pathLst>
                <a:path extrusionOk="0" h="13872" w="6942">
                  <a:moveTo>
                    <a:pt x="0" y="0"/>
                  </a:moveTo>
                  <a:lnTo>
                    <a:pt x="0" y="6930"/>
                  </a:lnTo>
                  <a:lnTo>
                    <a:pt x="0" y="13871"/>
                  </a:lnTo>
                  <a:lnTo>
                    <a:pt x="6941" y="13871"/>
                  </a:lnTo>
                  <a:lnTo>
                    <a:pt x="6941" y="6930"/>
                  </a:lnTo>
                  <a:lnTo>
                    <a:pt x="694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33"/>
            <p:cNvSpPr/>
            <p:nvPr/>
          </p:nvSpPr>
          <p:spPr>
            <a:xfrm>
              <a:off x="4722300" y="1998875"/>
              <a:ext cx="173275" cy="173575"/>
            </a:xfrm>
            <a:custGeom>
              <a:rect b="b" l="l" r="r" t="t"/>
              <a:pathLst>
                <a:path extrusionOk="0" h="6943" w="6931">
                  <a:moveTo>
                    <a:pt x="1" y="1"/>
                  </a:moveTo>
                  <a:lnTo>
                    <a:pt x="1" y="6942"/>
                  </a:lnTo>
                  <a:lnTo>
                    <a:pt x="6930" y="6942"/>
                  </a:lnTo>
                  <a:lnTo>
                    <a:pt x="693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33"/>
            <p:cNvSpPr/>
            <p:nvPr/>
          </p:nvSpPr>
          <p:spPr>
            <a:xfrm>
              <a:off x="3334925" y="1652725"/>
              <a:ext cx="1387400" cy="346175"/>
            </a:xfrm>
            <a:custGeom>
              <a:rect b="b" l="l" r="r" t="t"/>
              <a:pathLst>
                <a:path extrusionOk="0" h="13847" w="55496">
                  <a:moveTo>
                    <a:pt x="6954" y="0"/>
                  </a:moveTo>
                  <a:lnTo>
                    <a:pt x="6954" y="6799"/>
                  </a:lnTo>
                  <a:lnTo>
                    <a:pt x="1" y="6799"/>
                  </a:lnTo>
                  <a:lnTo>
                    <a:pt x="1" y="13728"/>
                  </a:lnTo>
                  <a:lnTo>
                    <a:pt x="6954" y="13728"/>
                  </a:lnTo>
                  <a:lnTo>
                    <a:pt x="6954" y="6929"/>
                  </a:lnTo>
                  <a:lnTo>
                    <a:pt x="48554" y="6929"/>
                  </a:lnTo>
                  <a:lnTo>
                    <a:pt x="48554" y="13847"/>
                  </a:lnTo>
                  <a:lnTo>
                    <a:pt x="55496" y="13847"/>
                  </a:lnTo>
                  <a:lnTo>
                    <a:pt x="55496" y="6918"/>
                  </a:lnTo>
                  <a:lnTo>
                    <a:pt x="48554" y="6918"/>
                  </a:lnTo>
                  <a:lnTo>
                    <a:pt x="4855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33"/>
            <p:cNvSpPr/>
            <p:nvPr/>
          </p:nvSpPr>
          <p:spPr>
            <a:xfrm>
              <a:off x="3682000" y="3906550"/>
              <a:ext cx="693550" cy="173575"/>
            </a:xfrm>
            <a:custGeom>
              <a:rect b="b" l="l" r="r" t="t"/>
              <a:pathLst>
                <a:path extrusionOk="0" h="6943" w="27742">
                  <a:moveTo>
                    <a:pt x="0" y="1"/>
                  </a:moveTo>
                  <a:lnTo>
                    <a:pt x="0" y="6942"/>
                  </a:lnTo>
                  <a:lnTo>
                    <a:pt x="27742" y="6942"/>
                  </a:lnTo>
                  <a:lnTo>
                    <a:pt x="2774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33"/>
            <p:cNvSpPr/>
            <p:nvPr/>
          </p:nvSpPr>
          <p:spPr>
            <a:xfrm>
              <a:off x="3682000" y="3186225"/>
              <a:ext cx="693550" cy="173575"/>
            </a:xfrm>
            <a:custGeom>
              <a:rect b="b" l="l" r="r" t="t"/>
              <a:pathLst>
                <a:path extrusionOk="0" h="6943" w="27742">
                  <a:moveTo>
                    <a:pt x="0" y="1"/>
                  </a:moveTo>
                  <a:lnTo>
                    <a:pt x="0" y="6942"/>
                  </a:lnTo>
                  <a:lnTo>
                    <a:pt x="27742" y="6942"/>
                  </a:lnTo>
                  <a:lnTo>
                    <a:pt x="2774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" name="Google Shape;882;p33"/>
            <p:cNvSpPr/>
            <p:nvPr/>
          </p:nvSpPr>
          <p:spPr>
            <a:xfrm>
              <a:off x="4375525" y="3013000"/>
              <a:ext cx="173275" cy="173250"/>
            </a:xfrm>
            <a:custGeom>
              <a:rect b="b" l="l" r="r" t="t"/>
              <a:pathLst>
                <a:path extrusionOk="0" h="6930" w="6931">
                  <a:moveTo>
                    <a:pt x="1" y="1"/>
                  </a:moveTo>
                  <a:lnTo>
                    <a:pt x="1" y="6930"/>
                  </a:lnTo>
                  <a:lnTo>
                    <a:pt x="6930" y="6930"/>
                  </a:lnTo>
                  <a:lnTo>
                    <a:pt x="693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3" name="Google Shape;883;p33"/>
            <p:cNvSpPr/>
            <p:nvPr/>
          </p:nvSpPr>
          <p:spPr>
            <a:xfrm>
              <a:off x="3508750" y="3013000"/>
              <a:ext cx="173275" cy="173250"/>
            </a:xfrm>
            <a:custGeom>
              <a:rect b="b" l="l" r="r" t="t"/>
              <a:pathLst>
                <a:path extrusionOk="0" h="6930" w="6931">
                  <a:moveTo>
                    <a:pt x="1" y="1"/>
                  </a:moveTo>
                  <a:lnTo>
                    <a:pt x="1" y="6930"/>
                  </a:lnTo>
                  <a:lnTo>
                    <a:pt x="6930" y="6930"/>
                  </a:lnTo>
                  <a:lnTo>
                    <a:pt x="693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884" name="Google Shape;884;p33"/>
          <p:cNvCxnSpPr/>
          <p:nvPr/>
        </p:nvCxnSpPr>
        <p:spPr>
          <a:xfrm>
            <a:off x="7750050" y="3994600"/>
            <a:ext cx="0" cy="1149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85" name="Google Shape;885;p33"/>
          <p:cNvGrpSpPr/>
          <p:nvPr/>
        </p:nvGrpSpPr>
        <p:grpSpPr>
          <a:xfrm flipH="1">
            <a:off x="7810746" y="522220"/>
            <a:ext cx="369304" cy="554077"/>
            <a:chOff x="3119125" y="3168075"/>
            <a:chExt cx="419425" cy="629275"/>
          </a:xfrm>
        </p:grpSpPr>
        <p:sp>
          <p:nvSpPr>
            <p:cNvPr id="886" name="Google Shape;886;p33"/>
            <p:cNvSpPr/>
            <p:nvPr/>
          </p:nvSpPr>
          <p:spPr>
            <a:xfrm>
              <a:off x="3119125" y="3168075"/>
              <a:ext cx="419425" cy="629275"/>
            </a:xfrm>
            <a:custGeom>
              <a:rect b="b" l="l" r="r" t="t"/>
              <a:pathLst>
                <a:path extrusionOk="0" h="25171" w="16777">
                  <a:moveTo>
                    <a:pt x="2799" y="1"/>
                  </a:moveTo>
                  <a:lnTo>
                    <a:pt x="2799" y="2799"/>
                  </a:lnTo>
                  <a:lnTo>
                    <a:pt x="1" y="2799"/>
                  </a:lnTo>
                  <a:lnTo>
                    <a:pt x="1" y="22372"/>
                  </a:lnTo>
                  <a:lnTo>
                    <a:pt x="2799" y="22372"/>
                  </a:lnTo>
                  <a:lnTo>
                    <a:pt x="2799" y="25170"/>
                  </a:lnTo>
                  <a:lnTo>
                    <a:pt x="5597" y="25170"/>
                  </a:lnTo>
                  <a:lnTo>
                    <a:pt x="5597" y="22372"/>
                  </a:lnTo>
                  <a:lnTo>
                    <a:pt x="8395" y="22372"/>
                  </a:lnTo>
                  <a:lnTo>
                    <a:pt x="8395" y="19574"/>
                  </a:lnTo>
                  <a:lnTo>
                    <a:pt x="11181" y="19574"/>
                  </a:lnTo>
                  <a:lnTo>
                    <a:pt x="11181" y="16777"/>
                  </a:lnTo>
                  <a:lnTo>
                    <a:pt x="13979" y="16777"/>
                  </a:lnTo>
                  <a:lnTo>
                    <a:pt x="13979" y="13979"/>
                  </a:lnTo>
                  <a:lnTo>
                    <a:pt x="16777" y="13979"/>
                  </a:lnTo>
                  <a:lnTo>
                    <a:pt x="16777" y="11193"/>
                  </a:lnTo>
                  <a:lnTo>
                    <a:pt x="13979" y="11193"/>
                  </a:lnTo>
                  <a:lnTo>
                    <a:pt x="13979" y="8395"/>
                  </a:lnTo>
                  <a:lnTo>
                    <a:pt x="11181" y="8395"/>
                  </a:lnTo>
                  <a:lnTo>
                    <a:pt x="11181" y="5597"/>
                  </a:lnTo>
                  <a:lnTo>
                    <a:pt x="8395" y="5597"/>
                  </a:lnTo>
                  <a:lnTo>
                    <a:pt x="8395" y="2799"/>
                  </a:lnTo>
                  <a:lnTo>
                    <a:pt x="5597" y="2799"/>
                  </a:lnTo>
                  <a:lnTo>
                    <a:pt x="559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33"/>
            <p:cNvSpPr/>
            <p:nvPr/>
          </p:nvSpPr>
          <p:spPr>
            <a:xfrm>
              <a:off x="3468575" y="34478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8"/>
                  </a:lnTo>
                  <a:lnTo>
                    <a:pt x="2799" y="2798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33"/>
            <p:cNvSpPr/>
            <p:nvPr/>
          </p:nvSpPr>
          <p:spPr>
            <a:xfrm>
              <a:off x="3398625" y="337792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9" y="2799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33"/>
            <p:cNvSpPr/>
            <p:nvPr/>
          </p:nvSpPr>
          <p:spPr>
            <a:xfrm>
              <a:off x="3398625" y="351722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9" y="2799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0" name="Google Shape;890;p33"/>
            <p:cNvSpPr/>
            <p:nvPr/>
          </p:nvSpPr>
          <p:spPr>
            <a:xfrm>
              <a:off x="3328975" y="35871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8" y="2799"/>
                  </a:lnTo>
                  <a:lnTo>
                    <a:pt x="279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1" name="Google Shape;891;p33"/>
            <p:cNvSpPr/>
            <p:nvPr/>
          </p:nvSpPr>
          <p:spPr>
            <a:xfrm>
              <a:off x="3259025" y="365742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0"/>
                  </a:moveTo>
                  <a:lnTo>
                    <a:pt x="1" y="2798"/>
                  </a:lnTo>
                  <a:lnTo>
                    <a:pt x="2799" y="2798"/>
                  </a:lnTo>
                  <a:lnTo>
                    <a:pt x="279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33"/>
            <p:cNvSpPr/>
            <p:nvPr/>
          </p:nvSpPr>
          <p:spPr>
            <a:xfrm>
              <a:off x="3328975" y="33079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8" y="2799"/>
                  </a:lnTo>
                  <a:lnTo>
                    <a:pt x="279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33"/>
            <p:cNvSpPr/>
            <p:nvPr/>
          </p:nvSpPr>
          <p:spPr>
            <a:xfrm>
              <a:off x="3259025" y="323802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9" y="2799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33"/>
            <p:cNvSpPr/>
            <p:nvPr/>
          </p:nvSpPr>
          <p:spPr>
            <a:xfrm>
              <a:off x="3189075" y="31680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9" y="2799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33"/>
            <p:cNvSpPr/>
            <p:nvPr/>
          </p:nvSpPr>
          <p:spPr>
            <a:xfrm>
              <a:off x="3189075" y="37273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0"/>
                  </a:moveTo>
                  <a:lnTo>
                    <a:pt x="1" y="2798"/>
                  </a:lnTo>
                  <a:lnTo>
                    <a:pt x="2799" y="2798"/>
                  </a:lnTo>
                  <a:lnTo>
                    <a:pt x="279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33"/>
            <p:cNvSpPr/>
            <p:nvPr/>
          </p:nvSpPr>
          <p:spPr>
            <a:xfrm>
              <a:off x="3119125" y="3238025"/>
              <a:ext cx="69975" cy="489375"/>
            </a:xfrm>
            <a:custGeom>
              <a:rect b="b" l="l" r="r" t="t"/>
              <a:pathLst>
                <a:path extrusionOk="0" h="19575" w="2799">
                  <a:moveTo>
                    <a:pt x="1" y="1"/>
                  </a:moveTo>
                  <a:lnTo>
                    <a:pt x="1" y="19574"/>
                  </a:lnTo>
                  <a:lnTo>
                    <a:pt x="2799" y="19574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7" name="Google Shape;897;p33"/>
          <p:cNvSpPr/>
          <p:nvPr/>
        </p:nvSpPr>
        <p:spPr>
          <a:xfrm>
            <a:off x="1190650" y="621000"/>
            <a:ext cx="356529" cy="356529"/>
          </a:xfrm>
          <a:custGeom>
            <a:rect b="b" l="l" r="r" t="t"/>
            <a:pathLst>
              <a:path extrusionOk="0" h="18914" w="18914">
                <a:moveTo>
                  <a:pt x="7030" y="0"/>
                </a:moveTo>
                <a:lnTo>
                  <a:pt x="7030" y="3141"/>
                </a:lnTo>
                <a:lnTo>
                  <a:pt x="3141" y="3141"/>
                </a:lnTo>
                <a:lnTo>
                  <a:pt x="3141" y="7030"/>
                </a:lnTo>
                <a:lnTo>
                  <a:pt x="0" y="7030"/>
                </a:lnTo>
                <a:lnTo>
                  <a:pt x="0" y="11883"/>
                </a:lnTo>
                <a:lnTo>
                  <a:pt x="3141" y="11883"/>
                </a:lnTo>
                <a:lnTo>
                  <a:pt x="3141" y="15773"/>
                </a:lnTo>
                <a:lnTo>
                  <a:pt x="7030" y="15773"/>
                </a:lnTo>
                <a:lnTo>
                  <a:pt x="7030" y="18913"/>
                </a:lnTo>
                <a:lnTo>
                  <a:pt x="11884" y="18913"/>
                </a:lnTo>
                <a:lnTo>
                  <a:pt x="11884" y="15773"/>
                </a:lnTo>
                <a:lnTo>
                  <a:pt x="15773" y="15773"/>
                </a:lnTo>
                <a:lnTo>
                  <a:pt x="15773" y="11883"/>
                </a:lnTo>
                <a:lnTo>
                  <a:pt x="18914" y="11883"/>
                </a:lnTo>
                <a:lnTo>
                  <a:pt x="18914" y="7030"/>
                </a:lnTo>
                <a:lnTo>
                  <a:pt x="15773" y="7030"/>
                </a:lnTo>
                <a:lnTo>
                  <a:pt x="15773" y="3141"/>
                </a:lnTo>
                <a:lnTo>
                  <a:pt x="11884" y="3141"/>
                </a:lnTo>
                <a:lnTo>
                  <a:pt x="1188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p33"/>
          <p:cNvSpPr txBox="1"/>
          <p:nvPr/>
        </p:nvSpPr>
        <p:spPr>
          <a:xfrm>
            <a:off x="1616825" y="491463"/>
            <a:ext cx="6296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Tech Stack</a:t>
            </a:r>
            <a:endParaRPr sz="2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899" name="Google Shape;899;p33"/>
          <p:cNvSpPr txBox="1"/>
          <p:nvPr/>
        </p:nvSpPr>
        <p:spPr>
          <a:xfrm>
            <a:off x="1190650" y="3131975"/>
            <a:ext cx="63207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mo"/>
              <a:buChar char="●"/>
            </a:pPr>
            <a:r>
              <a:rPr lang="en" sz="1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We created issues on github for independent features</a:t>
            </a:r>
            <a:endParaRPr sz="1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mo"/>
              <a:buChar char="●"/>
            </a:pPr>
            <a:r>
              <a:rPr lang="en" sz="1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Then we had codex read the issues to create pull requests</a:t>
            </a:r>
            <a:endParaRPr sz="1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mo"/>
              <a:buChar char="●"/>
            </a:pPr>
            <a:r>
              <a:rPr lang="en" sz="1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Imported pirate themed assets and had the codex integrate it into the website</a:t>
            </a:r>
            <a:endParaRPr sz="1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900" name="Google Shape;900;p33"/>
          <p:cNvSpPr txBox="1"/>
          <p:nvPr/>
        </p:nvSpPr>
        <p:spPr>
          <a:xfrm>
            <a:off x="1616825" y="2571825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Implementation</a:t>
            </a:r>
            <a:endParaRPr/>
          </a:p>
        </p:txBody>
      </p:sp>
      <p:sp>
        <p:nvSpPr>
          <p:cNvPr id="901" name="Google Shape;901;p33"/>
          <p:cNvSpPr txBox="1"/>
          <p:nvPr/>
        </p:nvSpPr>
        <p:spPr>
          <a:xfrm>
            <a:off x="1284425" y="1178325"/>
            <a:ext cx="6669000" cy="13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We used the MERN tech stack for the following reasons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MongoDB - Lightweight database to store login information, account balances, leaderboard data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Express - Simplest serving middleware our team knew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React - Modular and easy frontend library that our team could easily understand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Node.JS - The classic backend system that allows all the other 3 technologies to easily integrate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6" name="Google Shape;906;p34"/>
          <p:cNvGrpSpPr/>
          <p:nvPr/>
        </p:nvGrpSpPr>
        <p:grpSpPr>
          <a:xfrm flipH="1" rot="10800000">
            <a:off x="703550" y="3419658"/>
            <a:ext cx="238275" cy="1723842"/>
            <a:chOff x="474950" y="-375"/>
            <a:chExt cx="238275" cy="940500"/>
          </a:xfrm>
        </p:grpSpPr>
        <p:cxnSp>
          <p:nvCxnSpPr>
            <p:cNvPr id="907" name="Google Shape;907;p34"/>
            <p:cNvCxnSpPr/>
            <p:nvPr/>
          </p:nvCxnSpPr>
          <p:spPr>
            <a:xfrm>
              <a:off x="474950" y="-375"/>
              <a:ext cx="0" cy="9405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08" name="Google Shape;908;p34"/>
            <p:cNvCxnSpPr/>
            <p:nvPr/>
          </p:nvCxnSpPr>
          <p:spPr>
            <a:xfrm>
              <a:off x="713225" y="-375"/>
              <a:ext cx="0" cy="40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909" name="Google Shape;909;p34"/>
          <p:cNvSpPr/>
          <p:nvPr/>
        </p:nvSpPr>
        <p:spPr>
          <a:xfrm>
            <a:off x="408600" y="2774549"/>
            <a:ext cx="609257" cy="554057"/>
          </a:xfrm>
          <a:custGeom>
            <a:rect b="b" l="l" r="r" t="t"/>
            <a:pathLst>
              <a:path extrusionOk="0" h="42538" w="46767">
                <a:moveTo>
                  <a:pt x="8494" y="1"/>
                </a:moveTo>
                <a:lnTo>
                  <a:pt x="8494" y="4247"/>
                </a:lnTo>
                <a:lnTo>
                  <a:pt x="4230" y="4247"/>
                </a:lnTo>
                <a:lnTo>
                  <a:pt x="4230" y="8512"/>
                </a:lnTo>
                <a:lnTo>
                  <a:pt x="1" y="8512"/>
                </a:lnTo>
                <a:lnTo>
                  <a:pt x="1" y="12758"/>
                </a:lnTo>
                <a:lnTo>
                  <a:pt x="1" y="17022"/>
                </a:lnTo>
                <a:lnTo>
                  <a:pt x="1" y="21269"/>
                </a:lnTo>
                <a:lnTo>
                  <a:pt x="4230" y="21269"/>
                </a:lnTo>
                <a:lnTo>
                  <a:pt x="4230" y="25516"/>
                </a:lnTo>
                <a:lnTo>
                  <a:pt x="8494" y="25516"/>
                </a:lnTo>
                <a:lnTo>
                  <a:pt x="8494" y="29780"/>
                </a:lnTo>
                <a:lnTo>
                  <a:pt x="12758" y="29780"/>
                </a:lnTo>
                <a:lnTo>
                  <a:pt x="12758" y="34027"/>
                </a:lnTo>
                <a:lnTo>
                  <a:pt x="16987" y="34027"/>
                </a:lnTo>
                <a:lnTo>
                  <a:pt x="16987" y="38273"/>
                </a:lnTo>
                <a:lnTo>
                  <a:pt x="21252" y="38273"/>
                </a:lnTo>
                <a:lnTo>
                  <a:pt x="21252" y="42537"/>
                </a:lnTo>
                <a:lnTo>
                  <a:pt x="25516" y="42537"/>
                </a:lnTo>
                <a:lnTo>
                  <a:pt x="25516" y="38273"/>
                </a:lnTo>
                <a:lnTo>
                  <a:pt x="29745" y="38273"/>
                </a:lnTo>
                <a:lnTo>
                  <a:pt x="29745" y="34027"/>
                </a:lnTo>
                <a:lnTo>
                  <a:pt x="34009" y="34027"/>
                </a:lnTo>
                <a:lnTo>
                  <a:pt x="34009" y="29780"/>
                </a:lnTo>
                <a:lnTo>
                  <a:pt x="38273" y="29780"/>
                </a:lnTo>
                <a:lnTo>
                  <a:pt x="38273" y="25516"/>
                </a:lnTo>
                <a:lnTo>
                  <a:pt x="42520" y="25516"/>
                </a:lnTo>
                <a:lnTo>
                  <a:pt x="42520" y="21269"/>
                </a:lnTo>
                <a:lnTo>
                  <a:pt x="46767" y="21269"/>
                </a:lnTo>
                <a:lnTo>
                  <a:pt x="46767" y="17022"/>
                </a:lnTo>
                <a:lnTo>
                  <a:pt x="46767" y="12758"/>
                </a:lnTo>
                <a:lnTo>
                  <a:pt x="46767" y="8512"/>
                </a:lnTo>
                <a:lnTo>
                  <a:pt x="42520" y="8512"/>
                </a:lnTo>
                <a:lnTo>
                  <a:pt x="42520" y="4247"/>
                </a:lnTo>
                <a:lnTo>
                  <a:pt x="38273" y="4247"/>
                </a:lnTo>
                <a:lnTo>
                  <a:pt x="38273" y="1"/>
                </a:lnTo>
                <a:lnTo>
                  <a:pt x="29745" y="1"/>
                </a:lnTo>
                <a:lnTo>
                  <a:pt x="29745" y="4247"/>
                </a:lnTo>
                <a:lnTo>
                  <a:pt x="25516" y="4247"/>
                </a:lnTo>
                <a:lnTo>
                  <a:pt x="25516" y="8512"/>
                </a:lnTo>
                <a:lnTo>
                  <a:pt x="21252" y="8512"/>
                </a:lnTo>
                <a:lnTo>
                  <a:pt x="21252" y="4247"/>
                </a:lnTo>
                <a:lnTo>
                  <a:pt x="16987" y="4247"/>
                </a:lnTo>
                <a:lnTo>
                  <a:pt x="16987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10" name="Google Shape;910;p34"/>
          <p:cNvGrpSpPr/>
          <p:nvPr/>
        </p:nvGrpSpPr>
        <p:grpSpPr>
          <a:xfrm>
            <a:off x="8180049" y="1312243"/>
            <a:ext cx="651756" cy="651514"/>
            <a:chOff x="2814625" y="1652725"/>
            <a:chExt cx="2428300" cy="2427400"/>
          </a:xfrm>
        </p:grpSpPr>
        <p:sp>
          <p:nvSpPr>
            <p:cNvPr id="911" name="Google Shape;911;p34"/>
            <p:cNvSpPr/>
            <p:nvPr/>
          </p:nvSpPr>
          <p:spPr>
            <a:xfrm>
              <a:off x="3161400" y="1995900"/>
              <a:ext cx="173550" cy="173575"/>
            </a:xfrm>
            <a:custGeom>
              <a:rect b="b" l="l" r="r" t="t"/>
              <a:pathLst>
                <a:path extrusionOk="0" h="6943" w="6942">
                  <a:moveTo>
                    <a:pt x="0" y="1"/>
                  </a:moveTo>
                  <a:lnTo>
                    <a:pt x="0" y="6942"/>
                  </a:lnTo>
                  <a:lnTo>
                    <a:pt x="6942" y="6942"/>
                  </a:lnTo>
                  <a:lnTo>
                    <a:pt x="694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2" name="Google Shape;912;p34"/>
            <p:cNvSpPr/>
            <p:nvPr/>
          </p:nvSpPr>
          <p:spPr>
            <a:xfrm>
              <a:off x="2988150" y="2169450"/>
              <a:ext cx="173275" cy="346800"/>
            </a:xfrm>
            <a:custGeom>
              <a:rect b="b" l="l" r="r" t="t"/>
              <a:pathLst>
                <a:path extrusionOk="0" h="13872" w="6931">
                  <a:moveTo>
                    <a:pt x="1" y="0"/>
                  </a:moveTo>
                  <a:lnTo>
                    <a:pt x="1" y="6930"/>
                  </a:lnTo>
                  <a:lnTo>
                    <a:pt x="1" y="13871"/>
                  </a:lnTo>
                  <a:lnTo>
                    <a:pt x="6930" y="13871"/>
                  </a:lnTo>
                  <a:lnTo>
                    <a:pt x="6930" y="6930"/>
                  </a:lnTo>
                  <a:lnTo>
                    <a:pt x="693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3" name="Google Shape;913;p34"/>
            <p:cNvSpPr/>
            <p:nvPr/>
          </p:nvSpPr>
          <p:spPr>
            <a:xfrm>
              <a:off x="3616500" y="2175100"/>
              <a:ext cx="173875" cy="520325"/>
            </a:xfrm>
            <a:custGeom>
              <a:rect b="b" l="l" r="r" t="t"/>
              <a:pathLst>
                <a:path extrusionOk="0" h="20813" w="6955">
                  <a:moveTo>
                    <a:pt x="1" y="0"/>
                  </a:moveTo>
                  <a:lnTo>
                    <a:pt x="1" y="6942"/>
                  </a:lnTo>
                  <a:lnTo>
                    <a:pt x="1" y="13883"/>
                  </a:lnTo>
                  <a:lnTo>
                    <a:pt x="1" y="20813"/>
                  </a:lnTo>
                  <a:lnTo>
                    <a:pt x="6954" y="20813"/>
                  </a:lnTo>
                  <a:lnTo>
                    <a:pt x="6954" y="13883"/>
                  </a:lnTo>
                  <a:lnTo>
                    <a:pt x="6954" y="6942"/>
                  </a:lnTo>
                  <a:lnTo>
                    <a:pt x="695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4" name="Google Shape;914;p34"/>
            <p:cNvSpPr/>
            <p:nvPr/>
          </p:nvSpPr>
          <p:spPr>
            <a:xfrm>
              <a:off x="4230875" y="2175100"/>
              <a:ext cx="173250" cy="520325"/>
            </a:xfrm>
            <a:custGeom>
              <a:rect b="b" l="l" r="r" t="t"/>
              <a:pathLst>
                <a:path extrusionOk="0" h="20813" w="6930">
                  <a:moveTo>
                    <a:pt x="0" y="0"/>
                  </a:moveTo>
                  <a:lnTo>
                    <a:pt x="0" y="6942"/>
                  </a:lnTo>
                  <a:lnTo>
                    <a:pt x="0" y="13883"/>
                  </a:lnTo>
                  <a:lnTo>
                    <a:pt x="0" y="20813"/>
                  </a:lnTo>
                  <a:lnTo>
                    <a:pt x="6930" y="20813"/>
                  </a:lnTo>
                  <a:lnTo>
                    <a:pt x="6930" y="13883"/>
                  </a:lnTo>
                  <a:lnTo>
                    <a:pt x="6930" y="6942"/>
                  </a:lnTo>
                  <a:lnTo>
                    <a:pt x="693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5" name="Google Shape;915;p34"/>
            <p:cNvSpPr/>
            <p:nvPr/>
          </p:nvSpPr>
          <p:spPr>
            <a:xfrm>
              <a:off x="2814625" y="2519200"/>
              <a:ext cx="346800" cy="1040625"/>
            </a:xfrm>
            <a:custGeom>
              <a:rect b="b" l="l" r="r" t="t"/>
              <a:pathLst>
                <a:path extrusionOk="0" h="41625" w="13872">
                  <a:moveTo>
                    <a:pt x="1" y="0"/>
                  </a:moveTo>
                  <a:lnTo>
                    <a:pt x="1" y="6930"/>
                  </a:lnTo>
                  <a:lnTo>
                    <a:pt x="1" y="13871"/>
                  </a:lnTo>
                  <a:lnTo>
                    <a:pt x="1" y="20800"/>
                  </a:lnTo>
                  <a:lnTo>
                    <a:pt x="1" y="27742"/>
                  </a:lnTo>
                  <a:lnTo>
                    <a:pt x="6942" y="27742"/>
                  </a:lnTo>
                  <a:lnTo>
                    <a:pt x="6942" y="20800"/>
                  </a:lnTo>
                  <a:lnTo>
                    <a:pt x="6942" y="13871"/>
                  </a:lnTo>
                  <a:lnTo>
                    <a:pt x="6942" y="6930"/>
                  </a:lnTo>
                  <a:lnTo>
                    <a:pt x="6942" y="0"/>
                  </a:lnTo>
                  <a:close/>
                  <a:moveTo>
                    <a:pt x="6942" y="27742"/>
                  </a:moveTo>
                  <a:lnTo>
                    <a:pt x="6942" y="34671"/>
                  </a:lnTo>
                  <a:lnTo>
                    <a:pt x="6942" y="41624"/>
                  </a:lnTo>
                  <a:lnTo>
                    <a:pt x="13871" y="41624"/>
                  </a:lnTo>
                  <a:lnTo>
                    <a:pt x="13871" y="34671"/>
                  </a:lnTo>
                  <a:lnTo>
                    <a:pt x="13871" y="2774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6" name="Google Shape;916;p34"/>
            <p:cNvSpPr/>
            <p:nvPr/>
          </p:nvSpPr>
          <p:spPr>
            <a:xfrm>
              <a:off x="3161400" y="3559800"/>
              <a:ext cx="173550" cy="173550"/>
            </a:xfrm>
            <a:custGeom>
              <a:rect b="b" l="l" r="r" t="t"/>
              <a:pathLst>
                <a:path extrusionOk="0" h="6942" w="6942">
                  <a:moveTo>
                    <a:pt x="0" y="0"/>
                  </a:moveTo>
                  <a:lnTo>
                    <a:pt x="0" y="6942"/>
                  </a:lnTo>
                  <a:lnTo>
                    <a:pt x="6942" y="6942"/>
                  </a:lnTo>
                  <a:lnTo>
                    <a:pt x="694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7" name="Google Shape;917;p34"/>
            <p:cNvSpPr/>
            <p:nvPr/>
          </p:nvSpPr>
          <p:spPr>
            <a:xfrm>
              <a:off x="3334925" y="3733325"/>
              <a:ext cx="347100" cy="173250"/>
            </a:xfrm>
            <a:custGeom>
              <a:rect b="b" l="l" r="r" t="t"/>
              <a:pathLst>
                <a:path extrusionOk="0" h="6930" w="13884">
                  <a:moveTo>
                    <a:pt x="1" y="1"/>
                  </a:moveTo>
                  <a:lnTo>
                    <a:pt x="1" y="6930"/>
                  </a:lnTo>
                  <a:lnTo>
                    <a:pt x="13883" y="6930"/>
                  </a:lnTo>
                  <a:lnTo>
                    <a:pt x="1388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8" name="Google Shape;918;p34"/>
            <p:cNvSpPr/>
            <p:nvPr/>
          </p:nvSpPr>
          <p:spPr>
            <a:xfrm>
              <a:off x="4375525" y="3733325"/>
              <a:ext cx="346800" cy="173250"/>
            </a:xfrm>
            <a:custGeom>
              <a:rect b="b" l="l" r="r" t="t"/>
              <a:pathLst>
                <a:path extrusionOk="0" h="6930" w="13872">
                  <a:moveTo>
                    <a:pt x="1" y="1"/>
                  </a:moveTo>
                  <a:lnTo>
                    <a:pt x="1" y="6930"/>
                  </a:lnTo>
                  <a:lnTo>
                    <a:pt x="13872" y="6930"/>
                  </a:lnTo>
                  <a:lnTo>
                    <a:pt x="1387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9" name="Google Shape;919;p34"/>
            <p:cNvSpPr/>
            <p:nvPr/>
          </p:nvSpPr>
          <p:spPr>
            <a:xfrm>
              <a:off x="4722300" y="3559800"/>
              <a:ext cx="173275" cy="173550"/>
            </a:xfrm>
            <a:custGeom>
              <a:rect b="b" l="l" r="r" t="t"/>
              <a:pathLst>
                <a:path extrusionOk="0" h="6942" w="6931">
                  <a:moveTo>
                    <a:pt x="1" y="0"/>
                  </a:moveTo>
                  <a:lnTo>
                    <a:pt x="1" y="6942"/>
                  </a:lnTo>
                  <a:lnTo>
                    <a:pt x="6930" y="6942"/>
                  </a:lnTo>
                  <a:lnTo>
                    <a:pt x="693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0" name="Google Shape;920;p34"/>
            <p:cNvSpPr/>
            <p:nvPr/>
          </p:nvSpPr>
          <p:spPr>
            <a:xfrm>
              <a:off x="4895850" y="3212725"/>
              <a:ext cx="173550" cy="347100"/>
            </a:xfrm>
            <a:custGeom>
              <a:rect b="b" l="l" r="r" t="t"/>
              <a:pathLst>
                <a:path extrusionOk="0" h="13884" w="6942">
                  <a:moveTo>
                    <a:pt x="0" y="1"/>
                  </a:moveTo>
                  <a:lnTo>
                    <a:pt x="0" y="6954"/>
                  </a:lnTo>
                  <a:lnTo>
                    <a:pt x="0" y="13883"/>
                  </a:lnTo>
                  <a:lnTo>
                    <a:pt x="6941" y="13883"/>
                  </a:lnTo>
                  <a:lnTo>
                    <a:pt x="6941" y="6954"/>
                  </a:lnTo>
                  <a:lnTo>
                    <a:pt x="694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34"/>
            <p:cNvSpPr/>
            <p:nvPr/>
          </p:nvSpPr>
          <p:spPr>
            <a:xfrm>
              <a:off x="5069375" y="2519200"/>
              <a:ext cx="173550" cy="693550"/>
            </a:xfrm>
            <a:custGeom>
              <a:rect b="b" l="l" r="r" t="t"/>
              <a:pathLst>
                <a:path extrusionOk="0" h="27742" w="6942">
                  <a:moveTo>
                    <a:pt x="0" y="0"/>
                  </a:moveTo>
                  <a:lnTo>
                    <a:pt x="0" y="6930"/>
                  </a:lnTo>
                  <a:lnTo>
                    <a:pt x="0" y="13871"/>
                  </a:lnTo>
                  <a:lnTo>
                    <a:pt x="0" y="20800"/>
                  </a:lnTo>
                  <a:lnTo>
                    <a:pt x="0" y="27742"/>
                  </a:lnTo>
                  <a:lnTo>
                    <a:pt x="6942" y="27742"/>
                  </a:lnTo>
                  <a:lnTo>
                    <a:pt x="6942" y="20800"/>
                  </a:lnTo>
                  <a:lnTo>
                    <a:pt x="6942" y="13871"/>
                  </a:lnTo>
                  <a:lnTo>
                    <a:pt x="6942" y="6930"/>
                  </a:lnTo>
                  <a:lnTo>
                    <a:pt x="694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34"/>
            <p:cNvSpPr/>
            <p:nvPr/>
          </p:nvSpPr>
          <p:spPr>
            <a:xfrm>
              <a:off x="4895850" y="2172425"/>
              <a:ext cx="173550" cy="346800"/>
            </a:xfrm>
            <a:custGeom>
              <a:rect b="b" l="l" r="r" t="t"/>
              <a:pathLst>
                <a:path extrusionOk="0" h="13872" w="6942">
                  <a:moveTo>
                    <a:pt x="0" y="0"/>
                  </a:moveTo>
                  <a:lnTo>
                    <a:pt x="0" y="6930"/>
                  </a:lnTo>
                  <a:lnTo>
                    <a:pt x="0" y="13871"/>
                  </a:lnTo>
                  <a:lnTo>
                    <a:pt x="6941" y="13871"/>
                  </a:lnTo>
                  <a:lnTo>
                    <a:pt x="6941" y="6930"/>
                  </a:lnTo>
                  <a:lnTo>
                    <a:pt x="694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34"/>
            <p:cNvSpPr/>
            <p:nvPr/>
          </p:nvSpPr>
          <p:spPr>
            <a:xfrm>
              <a:off x="4722300" y="1998875"/>
              <a:ext cx="173275" cy="173575"/>
            </a:xfrm>
            <a:custGeom>
              <a:rect b="b" l="l" r="r" t="t"/>
              <a:pathLst>
                <a:path extrusionOk="0" h="6943" w="6931">
                  <a:moveTo>
                    <a:pt x="1" y="1"/>
                  </a:moveTo>
                  <a:lnTo>
                    <a:pt x="1" y="6942"/>
                  </a:lnTo>
                  <a:lnTo>
                    <a:pt x="6930" y="6942"/>
                  </a:lnTo>
                  <a:lnTo>
                    <a:pt x="693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4" name="Google Shape;924;p34"/>
            <p:cNvSpPr/>
            <p:nvPr/>
          </p:nvSpPr>
          <p:spPr>
            <a:xfrm>
              <a:off x="3334925" y="1652725"/>
              <a:ext cx="1387400" cy="346175"/>
            </a:xfrm>
            <a:custGeom>
              <a:rect b="b" l="l" r="r" t="t"/>
              <a:pathLst>
                <a:path extrusionOk="0" h="13847" w="55496">
                  <a:moveTo>
                    <a:pt x="6954" y="0"/>
                  </a:moveTo>
                  <a:lnTo>
                    <a:pt x="6954" y="6799"/>
                  </a:lnTo>
                  <a:lnTo>
                    <a:pt x="1" y="6799"/>
                  </a:lnTo>
                  <a:lnTo>
                    <a:pt x="1" y="13728"/>
                  </a:lnTo>
                  <a:lnTo>
                    <a:pt x="6954" y="13728"/>
                  </a:lnTo>
                  <a:lnTo>
                    <a:pt x="6954" y="6929"/>
                  </a:lnTo>
                  <a:lnTo>
                    <a:pt x="48554" y="6929"/>
                  </a:lnTo>
                  <a:lnTo>
                    <a:pt x="48554" y="13847"/>
                  </a:lnTo>
                  <a:lnTo>
                    <a:pt x="55496" y="13847"/>
                  </a:lnTo>
                  <a:lnTo>
                    <a:pt x="55496" y="6918"/>
                  </a:lnTo>
                  <a:lnTo>
                    <a:pt x="48554" y="6918"/>
                  </a:lnTo>
                  <a:lnTo>
                    <a:pt x="4855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5" name="Google Shape;925;p34"/>
            <p:cNvSpPr/>
            <p:nvPr/>
          </p:nvSpPr>
          <p:spPr>
            <a:xfrm>
              <a:off x="3682000" y="3906550"/>
              <a:ext cx="693550" cy="173575"/>
            </a:xfrm>
            <a:custGeom>
              <a:rect b="b" l="l" r="r" t="t"/>
              <a:pathLst>
                <a:path extrusionOk="0" h="6943" w="27742">
                  <a:moveTo>
                    <a:pt x="0" y="1"/>
                  </a:moveTo>
                  <a:lnTo>
                    <a:pt x="0" y="6942"/>
                  </a:lnTo>
                  <a:lnTo>
                    <a:pt x="27742" y="6942"/>
                  </a:lnTo>
                  <a:lnTo>
                    <a:pt x="2774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6" name="Google Shape;926;p34"/>
            <p:cNvSpPr/>
            <p:nvPr/>
          </p:nvSpPr>
          <p:spPr>
            <a:xfrm>
              <a:off x="3682000" y="3186225"/>
              <a:ext cx="693550" cy="173575"/>
            </a:xfrm>
            <a:custGeom>
              <a:rect b="b" l="l" r="r" t="t"/>
              <a:pathLst>
                <a:path extrusionOk="0" h="6943" w="27742">
                  <a:moveTo>
                    <a:pt x="0" y="1"/>
                  </a:moveTo>
                  <a:lnTo>
                    <a:pt x="0" y="6942"/>
                  </a:lnTo>
                  <a:lnTo>
                    <a:pt x="27742" y="6942"/>
                  </a:lnTo>
                  <a:lnTo>
                    <a:pt x="2774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7" name="Google Shape;927;p34"/>
            <p:cNvSpPr/>
            <p:nvPr/>
          </p:nvSpPr>
          <p:spPr>
            <a:xfrm>
              <a:off x="4375525" y="3013000"/>
              <a:ext cx="173275" cy="173250"/>
            </a:xfrm>
            <a:custGeom>
              <a:rect b="b" l="l" r="r" t="t"/>
              <a:pathLst>
                <a:path extrusionOk="0" h="6930" w="6931">
                  <a:moveTo>
                    <a:pt x="1" y="1"/>
                  </a:moveTo>
                  <a:lnTo>
                    <a:pt x="1" y="6930"/>
                  </a:lnTo>
                  <a:lnTo>
                    <a:pt x="6930" y="6930"/>
                  </a:lnTo>
                  <a:lnTo>
                    <a:pt x="693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34"/>
            <p:cNvSpPr/>
            <p:nvPr/>
          </p:nvSpPr>
          <p:spPr>
            <a:xfrm>
              <a:off x="3508750" y="3013000"/>
              <a:ext cx="173275" cy="173250"/>
            </a:xfrm>
            <a:custGeom>
              <a:rect b="b" l="l" r="r" t="t"/>
              <a:pathLst>
                <a:path extrusionOk="0" h="6930" w="6931">
                  <a:moveTo>
                    <a:pt x="1" y="1"/>
                  </a:moveTo>
                  <a:lnTo>
                    <a:pt x="1" y="6930"/>
                  </a:lnTo>
                  <a:lnTo>
                    <a:pt x="6930" y="6930"/>
                  </a:lnTo>
                  <a:lnTo>
                    <a:pt x="693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929" name="Google Shape;929;p34"/>
          <p:cNvCxnSpPr/>
          <p:nvPr/>
        </p:nvCxnSpPr>
        <p:spPr>
          <a:xfrm>
            <a:off x="7750050" y="3994600"/>
            <a:ext cx="0" cy="1149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930" name="Google Shape;930;p34"/>
          <p:cNvGrpSpPr/>
          <p:nvPr/>
        </p:nvGrpSpPr>
        <p:grpSpPr>
          <a:xfrm flipH="1">
            <a:off x="7810746" y="522220"/>
            <a:ext cx="369304" cy="554077"/>
            <a:chOff x="3119125" y="3168075"/>
            <a:chExt cx="419425" cy="629275"/>
          </a:xfrm>
        </p:grpSpPr>
        <p:sp>
          <p:nvSpPr>
            <p:cNvPr id="931" name="Google Shape;931;p34"/>
            <p:cNvSpPr/>
            <p:nvPr/>
          </p:nvSpPr>
          <p:spPr>
            <a:xfrm>
              <a:off x="3119125" y="3168075"/>
              <a:ext cx="419425" cy="629275"/>
            </a:xfrm>
            <a:custGeom>
              <a:rect b="b" l="l" r="r" t="t"/>
              <a:pathLst>
                <a:path extrusionOk="0" h="25171" w="16777">
                  <a:moveTo>
                    <a:pt x="2799" y="1"/>
                  </a:moveTo>
                  <a:lnTo>
                    <a:pt x="2799" y="2799"/>
                  </a:lnTo>
                  <a:lnTo>
                    <a:pt x="1" y="2799"/>
                  </a:lnTo>
                  <a:lnTo>
                    <a:pt x="1" y="22372"/>
                  </a:lnTo>
                  <a:lnTo>
                    <a:pt x="2799" y="22372"/>
                  </a:lnTo>
                  <a:lnTo>
                    <a:pt x="2799" y="25170"/>
                  </a:lnTo>
                  <a:lnTo>
                    <a:pt x="5597" y="25170"/>
                  </a:lnTo>
                  <a:lnTo>
                    <a:pt x="5597" y="22372"/>
                  </a:lnTo>
                  <a:lnTo>
                    <a:pt x="8395" y="22372"/>
                  </a:lnTo>
                  <a:lnTo>
                    <a:pt x="8395" y="19574"/>
                  </a:lnTo>
                  <a:lnTo>
                    <a:pt x="11181" y="19574"/>
                  </a:lnTo>
                  <a:lnTo>
                    <a:pt x="11181" y="16777"/>
                  </a:lnTo>
                  <a:lnTo>
                    <a:pt x="13979" y="16777"/>
                  </a:lnTo>
                  <a:lnTo>
                    <a:pt x="13979" y="13979"/>
                  </a:lnTo>
                  <a:lnTo>
                    <a:pt x="16777" y="13979"/>
                  </a:lnTo>
                  <a:lnTo>
                    <a:pt x="16777" y="11193"/>
                  </a:lnTo>
                  <a:lnTo>
                    <a:pt x="13979" y="11193"/>
                  </a:lnTo>
                  <a:lnTo>
                    <a:pt x="13979" y="8395"/>
                  </a:lnTo>
                  <a:lnTo>
                    <a:pt x="11181" y="8395"/>
                  </a:lnTo>
                  <a:lnTo>
                    <a:pt x="11181" y="5597"/>
                  </a:lnTo>
                  <a:lnTo>
                    <a:pt x="8395" y="5597"/>
                  </a:lnTo>
                  <a:lnTo>
                    <a:pt x="8395" y="2799"/>
                  </a:lnTo>
                  <a:lnTo>
                    <a:pt x="5597" y="2799"/>
                  </a:lnTo>
                  <a:lnTo>
                    <a:pt x="559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2" name="Google Shape;932;p34"/>
            <p:cNvSpPr/>
            <p:nvPr/>
          </p:nvSpPr>
          <p:spPr>
            <a:xfrm>
              <a:off x="3468575" y="34478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8"/>
                  </a:lnTo>
                  <a:lnTo>
                    <a:pt x="2799" y="2798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34"/>
            <p:cNvSpPr/>
            <p:nvPr/>
          </p:nvSpPr>
          <p:spPr>
            <a:xfrm>
              <a:off x="3398625" y="337792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9" y="2799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34"/>
            <p:cNvSpPr/>
            <p:nvPr/>
          </p:nvSpPr>
          <p:spPr>
            <a:xfrm>
              <a:off x="3398625" y="351722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9" y="2799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34"/>
            <p:cNvSpPr/>
            <p:nvPr/>
          </p:nvSpPr>
          <p:spPr>
            <a:xfrm>
              <a:off x="3328975" y="35871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8" y="2799"/>
                  </a:lnTo>
                  <a:lnTo>
                    <a:pt x="279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6" name="Google Shape;936;p34"/>
            <p:cNvSpPr/>
            <p:nvPr/>
          </p:nvSpPr>
          <p:spPr>
            <a:xfrm>
              <a:off x="3259025" y="365742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0"/>
                  </a:moveTo>
                  <a:lnTo>
                    <a:pt x="1" y="2798"/>
                  </a:lnTo>
                  <a:lnTo>
                    <a:pt x="2799" y="2798"/>
                  </a:lnTo>
                  <a:lnTo>
                    <a:pt x="279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7" name="Google Shape;937;p34"/>
            <p:cNvSpPr/>
            <p:nvPr/>
          </p:nvSpPr>
          <p:spPr>
            <a:xfrm>
              <a:off x="3328975" y="33079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8" y="2799"/>
                  </a:lnTo>
                  <a:lnTo>
                    <a:pt x="279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34"/>
            <p:cNvSpPr/>
            <p:nvPr/>
          </p:nvSpPr>
          <p:spPr>
            <a:xfrm>
              <a:off x="3259025" y="323802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9" y="2799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34"/>
            <p:cNvSpPr/>
            <p:nvPr/>
          </p:nvSpPr>
          <p:spPr>
            <a:xfrm>
              <a:off x="3189075" y="31680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9" y="2799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34"/>
            <p:cNvSpPr/>
            <p:nvPr/>
          </p:nvSpPr>
          <p:spPr>
            <a:xfrm>
              <a:off x="3189075" y="37273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0"/>
                  </a:moveTo>
                  <a:lnTo>
                    <a:pt x="1" y="2798"/>
                  </a:lnTo>
                  <a:lnTo>
                    <a:pt x="2799" y="2798"/>
                  </a:lnTo>
                  <a:lnTo>
                    <a:pt x="279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34"/>
            <p:cNvSpPr/>
            <p:nvPr/>
          </p:nvSpPr>
          <p:spPr>
            <a:xfrm>
              <a:off x="3119125" y="3238025"/>
              <a:ext cx="69975" cy="489375"/>
            </a:xfrm>
            <a:custGeom>
              <a:rect b="b" l="l" r="r" t="t"/>
              <a:pathLst>
                <a:path extrusionOk="0" h="19575" w="2799">
                  <a:moveTo>
                    <a:pt x="1" y="1"/>
                  </a:moveTo>
                  <a:lnTo>
                    <a:pt x="1" y="19574"/>
                  </a:lnTo>
                  <a:lnTo>
                    <a:pt x="2799" y="19574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42" name="Google Shape;942;p34"/>
          <p:cNvSpPr/>
          <p:nvPr/>
        </p:nvSpPr>
        <p:spPr>
          <a:xfrm>
            <a:off x="1190650" y="621000"/>
            <a:ext cx="356529" cy="356529"/>
          </a:xfrm>
          <a:custGeom>
            <a:rect b="b" l="l" r="r" t="t"/>
            <a:pathLst>
              <a:path extrusionOk="0" h="18914" w="18914">
                <a:moveTo>
                  <a:pt x="7030" y="0"/>
                </a:moveTo>
                <a:lnTo>
                  <a:pt x="7030" y="3141"/>
                </a:lnTo>
                <a:lnTo>
                  <a:pt x="3141" y="3141"/>
                </a:lnTo>
                <a:lnTo>
                  <a:pt x="3141" y="7030"/>
                </a:lnTo>
                <a:lnTo>
                  <a:pt x="0" y="7030"/>
                </a:lnTo>
                <a:lnTo>
                  <a:pt x="0" y="11883"/>
                </a:lnTo>
                <a:lnTo>
                  <a:pt x="3141" y="11883"/>
                </a:lnTo>
                <a:lnTo>
                  <a:pt x="3141" y="15773"/>
                </a:lnTo>
                <a:lnTo>
                  <a:pt x="7030" y="15773"/>
                </a:lnTo>
                <a:lnTo>
                  <a:pt x="7030" y="18913"/>
                </a:lnTo>
                <a:lnTo>
                  <a:pt x="11884" y="18913"/>
                </a:lnTo>
                <a:lnTo>
                  <a:pt x="11884" y="15773"/>
                </a:lnTo>
                <a:lnTo>
                  <a:pt x="15773" y="15773"/>
                </a:lnTo>
                <a:lnTo>
                  <a:pt x="15773" y="11883"/>
                </a:lnTo>
                <a:lnTo>
                  <a:pt x="18914" y="11883"/>
                </a:lnTo>
                <a:lnTo>
                  <a:pt x="18914" y="7030"/>
                </a:lnTo>
                <a:lnTo>
                  <a:pt x="15773" y="7030"/>
                </a:lnTo>
                <a:lnTo>
                  <a:pt x="15773" y="3141"/>
                </a:lnTo>
                <a:lnTo>
                  <a:pt x="11884" y="3141"/>
                </a:lnTo>
                <a:lnTo>
                  <a:pt x="1188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3" name="Google Shape;943;p34"/>
          <p:cNvSpPr txBox="1"/>
          <p:nvPr/>
        </p:nvSpPr>
        <p:spPr>
          <a:xfrm>
            <a:off x="1616825" y="491463"/>
            <a:ext cx="6296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Problems we faced</a:t>
            </a:r>
            <a:endParaRPr sz="2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944" name="Google Shape;944;p34"/>
          <p:cNvSpPr txBox="1"/>
          <p:nvPr/>
        </p:nvSpPr>
        <p:spPr>
          <a:xfrm>
            <a:off x="1109650" y="1312250"/>
            <a:ext cx="6701100" cy="25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mo"/>
              <a:buChar char="●"/>
            </a:pPr>
            <a:r>
              <a:rPr lang="en" sz="1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Codex produced UI which was not good looking</a:t>
            </a:r>
            <a:endParaRPr sz="1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mo"/>
              <a:buChar char="●"/>
            </a:pPr>
            <a:r>
              <a:rPr lang="en" sz="1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On complex tasks, codex usually ignored the general guidelines and sometimes forgot to push changes and create a PR</a:t>
            </a:r>
            <a:endParaRPr sz="1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mo"/>
              <a:buChar char="●"/>
            </a:pPr>
            <a:r>
              <a:rPr lang="en" sz="1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Utilized front-end skill mainly, still made a not great looking frontend</a:t>
            </a:r>
            <a:endParaRPr sz="1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mo"/>
              <a:buChar char="●"/>
            </a:pPr>
            <a:r>
              <a:rPr lang="en" sz="1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When given many instructions in a  github issue, it only chose to follow a few</a:t>
            </a:r>
            <a:endParaRPr sz="1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mo"/>
              <a:buChar char="●"/>
            </a:pPr>
            <a:r>
              <a:rPr lang="en" sz="1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Did not give an explanation why it did not do the issue items!</a:t>
            </a:r>
            <a:endParaRPr sz="1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p35"/>
          <p:cNvSpPr txBox="1"/>
          <p:nvPr/>
        </p:nvSpPr>
        <p:spPr>
          <a:xfrm>
            <a:off x="299550" y="1477000"/>
            <a:ext cx="14994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This is the Final Product!</a:t>
            </a:r>
            <a:endParaRPr sz="19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id="950" name="Google Shape;950;p35" title="Final-demo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98950" y="591675"/>
            <a:ext cx="7040250" cy="39601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rcade Effect Newsletter by Slidesgo">
  <a:themeElements>
    <a:clrScheme name="Simple Light">
      <a:dk1>
        <a:srgbClr val="FCFCFC"/>
      </a:dk1>
      <a:lt1>
        <a:srgbClr val="0F0858"/>
      </a:lt1>
      <a:dk2>
        <a:srgbClr val="9900FF"/>
      </a:dk2>
      <a:lt2>
        <a:srgbClr val="9900FF"/>
      </a:lt2>
      <a:accent1>
        <a:srgbClr val="F9251E"/>
      </a:accent1>
      <a:accent2>
        <a:srgbClr val="64C605"/>
      </a:accent2>
      <a:accent3>
        <a:srgbClr val="2A92FB"/>
      </a:accent3>
      <a:accent4>
        <a:srgbClr val="FFFFFF"/>
      </a:accent4>
      <a:accent5>
        <a:srgbClr val="FFFFFF"/>
      </a:accent5>
      <a:accent6>
        <a:srgbClr val="FFFFFF"/>
      </a:accent6>
      <a:hlink>
        <a:srgbClr val="FCFCF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